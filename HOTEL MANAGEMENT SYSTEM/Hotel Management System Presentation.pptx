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60" r:id="rId5"/>
    <p:sldId id="264" r:id="rId6"/>
    <p:sldId id="261" r:id="rId7"/>
    <p:sldId id="259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3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723F15-5C72-4B9E-9B15-9FEDB52EBCF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27FFFC5-220F-42DF-A454-91D7122738CE}">
      <dgm:prSet/>
      <dgm:spPr/>
      <dgm:t>
        <a:bodyPr/>
        <a:lstStyle/>
        <a:p>
          <a:r>
            <a:rPr lang="en-US" b="1" i="0" baseline="0" dirty="0"/>
            <a:t>Centralized Management</a:t>
          </a:r>
          <a:r>
            <a:rPr lang="en-US" b="0" i="0" baseline="0" dirty="0"/>
            <a:t> of rooms, guests, bookings and staff</a:t>
          </a:r>
          <a:endParaRPr lang="en-US" dirty="0"/>
        </a:p>
      </dgm:t>
    </dgm:pt>
    <dgm:pt modelId="{9BF08456-B002-45E8-975A-303E331111E7}" type="parTrans" cxnId="{D2D82D58-2B94-4541-8451-855FA6F0E865}">
      <dgm:prSet/>
      <dgm:spPr/>
      <dgm:t>
        <a:bodyPr/>
        <a:lstStyle/>
        <a:p>
          <a:endParaRPr lang="en-US"/>
        </a:p>
      </dgm:t>
    </dgm:pt>
    <dgm:pt modelId="{C125E8CA-58F9-4026-BCDA-D76F7010B90E}" type="sibTrans" cxnId="{D2D82D58-2B94-4541-8451-855FA6F0E865}">
      <dgm:prSet/>
      <dgm:spPr/>
      <dgm:t>
        <a:bodyPr/>
        <a:lstStyle/>
        <a:p>
          <a:endParaRPr lang="en-US"/>
        </a:p>
      </dgm:t>
    </dgm:pt>
    <dgm:pt modelId="{DA371D80-9F56-470F-9206-0CAEDE9CE687}">
      <dgm:prSet/>
      <dgm:spPr/>
      <dgm:t>
        <a:bodyPr/>
        <a:lstStyle/>
        <a:p>
          <a:r>
            <a:rPr lang="en-US" b="1" i="0" baseline="0" dirty="0"/>
            <a:t>Streamline Operations</a:t>
          </a:r>
          <a:r>
            <a:rPr lang="en-US" b="0" i="0" baseline="0" dirty="0"/>
            <a:t> to reduce manual errors and paperwork</a:t>
          </a:r>
          <a:endParaRPr lang="en-US" dirty="0"/>
        </a:p>
      </dgm:t>
    </dgm:pt>
    <dgm:pt modelId="{FAC61841-D3F7-41E2-BD28-7484AE195C74}" type="parTrans" cxnId="{6F73C45C-EE2C-442C-979A-4AE3F8175296}">
      <dgm:prSet/>
      <dgm:spPr/>
      <dgm:t>
        <a:bodyPr/>
        <a:lstStyle/>
        <a:p>
          <a:endParaRPr lang="en-US"/>
        </a:p>
      </dgm:t>
    </dgm:pt>
    <dgm:pt modelId="{C58F2147-708F-4743-9028-F94F90CCFB57}" type="sibTrans" cxnId="{6F73C45C-EE2C-442C-979A-4AE3F8175296}">
      <dgm:prSet/>
      <dgm:spPr/>
      <dgm:t>
        <a:bodyPr/>
        <a:lstStyle/>
        <a:p>
          <a:endParaRPr lang="en-US"/>
        </a:p>
      </dgm:t>
    </dgm:pt>
    <dgm:pt modelId="{B5CD27CE-5A9F-459B-BC7D-644ED0332AD9}">
      <dgm:prSet/>
      <dgm:spPr/>
      <dgm:t>
        <a:bodyPr/>
        <a:lstStyle/>
        <a:p>
          <a:r>
            <a:rPr lang="en-US" b="1" i="0" baseline="0" dirty="0"/>
            <a:t>Real-Time Visibility</a:t>
          </a:r>
          <a:r>
            <a:rPr lang="en-US" b="0" i="0" baseline="0" dirty="0"/>
            <a:t> of room availability and occupancy</a:t>
          </a:r>
          <a:endParaRPr lang="en-US" dirty="0"/>
        </a:p>
      </dgm:t>
    </dgm:pt>
    <dgm:pt modelId="{9EA6BC63-E42C-42C5-834E-C7CE35564C3E}" type="parTrans" cxnId="{5496162A-5641-4725-A565-F705E44126E5}">
      <dgm:prSet/>
      <dgm:spPr/>
      <dgm:t>
        <a:bodyPr/>
        <a:lstStyle/>
        <a:p>
          <a:endParaRPr lang="en-US"/>
        </a:p>
      </dgm:t>
    </dgm:pt>
    <dgm:pt modelId="{B4244209-E1ED-443F-A87B-5DEC2B29A2C7}" type="sibTrans" cxnId="{5496162A-5641-4725-A565-F705E44126E5}">
      <dgm:prSet/>
      <dgm:spPr/>
      <dgm:t>
        <a:bodyPr/>
        <a:lstStyle/>
        <a:p>
          <a:endParaRPr lang="en-US"/>
        </a:p>
      </dgm:t>
    </dgm:pt>
    <dgm:pt modelId="{E666E1B8-6975-4751-9BF0-778C0E115475}">
      <dgm:prSet/>
      <dgm:spPr/>
      <dgm:t>
        <a:bodyPr/>
        <a:lstStyle/>
        <a:p>
          <a:r>
            <a:rPr lang="en-US" b="1" i="0" baseline="0" dirty="0"/>
            <a:t>Data-Driven Decisions</a:t>
          </a:r>
          <a:r>
            <a:rPr lang="en-US" b="0" i="0" baseline="0" dirty="0"/>
            <a:t> through automated reporting</a:t>
          </a:r>
          <a:endParaRPr lang="en-US" dirty="0"/>
        </a:p>
      </dgm:t>
    </dgm:pt>
    <dgm:pt modelId="{6536F9B1-1AF3-4525-ADAC-ECE63037BE6D}" type="parTrans" cxnId="{2E87994C-B684-4BEA-B25E-292C561D63EA}">
      <dgm:prSet/>
      <dgm:spPr/>
      <dgm:t>
        <a:bodyPr/>
        <a:lstStyle/>
        <a:p>
          <a:endParaRPr lang="en-US"/>
        </a:p>
      </dgm:t>
    </dgm:pt>
    <dgm:pt modelId="{15869994-6D51-42CA-AC03-301E32556A3C}" type="sibTrans" cxnId="{2E87994C-B684-4BEA-B25E-292C561D63EA}">
      <dgm:prSet/>
      <dgm:spPr/>
      <dgm:t>
        <a:bodyPr/>
        <a:lstStyle/>
        <a:p>
          <a:endParaRPr lang="en-US"/>
        </a:p>
      </dgm:t>
    </dgm:pt>
    <dgm:pt modelId="{6CE5C2B9-1F4D-4566-A9FF-C881734E07C4}" type="pres">
      <dgm:prSet presAssocID="{9F723F15-5C72-4B9E-9B15-9FEDB52EBCFA}" presName="root" presStyleCnt="0">
        <dgm:presLayoutVars>
          <dgm:dir/>
          <dgm:resizeHandles val="exact"/>
        </dgm:presLayoutVars>
      </dgm:prSet>
      <dgm:spPr/>
    </dgm:pt>
    <dgm:pt modelId="{1B35F49A-49B4-44AD-A65B-8C4661C92BD3}" type="pres">
      <dgm:prSet presAssocID="{127FFFC5-220F-42DF-A454-91D7122738CE}" presName="compNode" presStyleCnt="0"/>
      <dgm:spPr/>
    </dgm:pt>
    <dgm:pt modelId="{284532FC-C415-4898-BA15-39CA4F59EF5A}" type="pres">
      <dgm:prSet presAssocID="{127FFFC5-220F-42DF-A454-91D7122738CE}" presName="bgRect" presStyleLbl="bgShp" presStyleIdx="0" presStyleCnt="4"/>
      <dgm:spPr/>
    </dgm:pt>
    <dgm:pt modelId="{4F9EB26F-88D8-4DC9-A81A-ECB4E1FC59FC}" type="pres">
      <dgm:prSet presAssocID="{127FFFC5-220F-42DF-A454-91D7122738C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67904182-6A66-427D-A107-39783423B73E}" type="pres">
      <dgm:prSet presAssocID="{127FFFC5-220F-42DF-A454-91D7122738CE}" presName="spaceRect" presStyleCnt="0"/>
      <dgm:spPr/>
    </dgm:pt>
    <dgm:pt modelId="{EB119BF5-FA58-4C08-87DF-DE85482F4CA2}" type="pres">
      <dgm:prSet presAssocID="{127FFFC5-220F-42DF-A454-91D7122738CE}" presName="parTx" presStyleLbl="revTx" presStyleIdx="0" presStyleCnt="4">
        <dgm:presLayoutVars>
          <dgm:chMax val="0"/>
          <dgm:chPref val="0"/>
        </dgm:presLayoutVars>
      </dgm:prSet>
      <dgm:spPr/>
    </dgm:pt>
    <dgm:pt modelId="{6C36C3D2-66E0-4827-88EA-AC48523ECCDE}" type="pres">
      <dgm:prSet presAssocID="{C125E8CA-58F9-4026-BCDA-D76F7010B90E}" presName="sibTrans" presStyleCnt="0"/>
      <dgm:spPr/>
    </dgm:pt>
    <dgm:pt modelId="{C1B02FF4-3A2D-447F-97D9-D36E961F5EFE}" type="pres">
      <dgm:prSet presAssocID="{DA371D80-9F56-470F-9206-0CAEDE9CE687}" presName="compNode" presStyleCnt="0"/>
      <dgm:spPr/>
    </dgm:pt>
    <dgm:pt modelId="{B0887F9C-5C4F-4578-8BC9-6EA69E8DBBB8}" type="pres">
      <dgm:prSet presAssocID="{DA371D80-9F56-470F-9206-0CAEDE9CE687}" presName="bgRect" presStyleLbl="bgShp" presStyleIdx="1" presStyleCnt="4"/>
      <dgm:spPr/>
    </dgm:pt>
    <dgm:pt modelId="{30275F2F-1AFE-44C9-B70C-21D501D7490D}" type="pres">
      <dgm:prSet presAssocID="{DA371D80-9F56-470F-9206-0CAEDE9CE68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1A90F68-482D-4CD7-B865-A77E2C14E7D9}" type="pres">
      <dgm:prSet presAssocID="{DA371D80-9F56-470F-9206-0CAEDE9CE687}" presName="spaceRect" presStyleCnt="0"/>
      <dgm:spPr/>
    </dgm:pt>
    <dgm:pt modelId="{9048CFB0-2AF9-45B1-82CC-0D2321A90901}" type="pres">
      <dgm:prSet presAssocID="{DA371D80-9F56-470F-9206-0CAEDE9CE687}" presName="parTx" presStyleLbl="revTx" presStyleIdx="1" presStyleCnt="4">
        <dgm:presLayoutVars>
          <dgm:chMax val="0"/>
          <dgm:chPref val="0"/>
        </dgm:presLayoutVars>
      </dgm:prSet>
      <dgm:spPr/>
    </dgm:pt>
    <dgm:pt modelId="{FB455628-1311-466C-B882-AC6CB0080D70}" type="pres">
      <dgm:prSet presAssocID="{C58F2147-708F-4743-9028-F94F90CCFB57}" presName="sibTrans" presStyleCnt="0"/>
      <dgm:spPr/>
    </dgm:pt>
    <dgm:pt modelId="{D5F35439-634E-49A7-B8EE-4C18F3566362}" type="pres">
      <dgm:prSet presAssocID="{B5CD27CE-5A9F-459B-BC7D-644ED0332AD9}" presName="compNode" presStyleCnt="0"/>
      <dgm:spPr/>
    </dgm:pt>
    <dgm:pt modelId="{6E94CC07-91C0-466A-BC0E-4AAA2C9614EA}" type="pres">
      <dgm:prSet presAssocID="{B5CD27CE-5A9F-459B-BC7D-644ED0332AD9}" presName="bgRect" presStyleLbl="bgShp" presStyleIdx="2" presStyleCnt="4"/>
      <dgm:spPr/>
    </dgm:pt>
    <dgm:pt modelId="{B2CAF381-CBE1-4DDA-93EC-327E561B61B0}" type="pres">
      <dgm:prSet presAssocID="{B5CD27CE-5A9F-459B-BC7D-644ED0332AD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163C3141-C143-4EE6-8A78-2032A3A4BA5A}" type="pres">
      <dgm:prSet presAssocID="{B5CD27CE-5A9F-459B-BC7D-644ED0332AD9}" presName="spaceRect" presStyleCnt="0"/>
      <dgm:spPr/>
    </dgm:pt>
    <dgm:pt modelId="{B56E85F8-7DC7-444F-9DCF-04CDBAB81DB4}" type="pres">
      <dgm:prSet presAssocID="{B5CD27CE-5A9F-459B-BC7D-644ED0332AD9}" presName="parTx" presStyleLbl="revTx" presStyleIdx="2" presStyleCnt="4">
        <dgm:presLayoutVars>
          <dgm:chMax val="0"/>
          <dgm:chPref val="0"/>
        </dgm:presLayoutVars>
      </dgm:prSet>
      <dgm:spPr/>
    </dgm:pt>
    <dgm:pt modelId="{58F6732F-3596-4992-9CEC-E04FB975F278}" type="pres">
      <dgm:prSet presAssocID="{B4244209-E1ED-443F-A87B-5DEC2B29A2C7}" presName="sibTrans" presStyleCnt="0"/>
      <dgm:spPr/>
    </dgm:pt>
    <dgm:pt modelId="{180C71A8-E54A-4D65-A3D3-87B1598A7D05}" type="pres">
      <dgm:prSet presAssocID="{E666E1B8-6975-4751-9BF0-778C0E115475}" presName="compNode" presStyleCnt="0"/>
      <dgm:spPr/>
    </dgm:pt>
    <dgm:pt modelId="{DDA352B8-9708-44E6-B827-B6295EFEF9BF}" type="pres">
      <dgm:prSet presAssocID="{E666E1B8-6975-4751-9BF0-778C0E115475}" presName="bgRect" presStyleLbl="bgShp" presStyleIdx="3" presStyleCnt="4"/>
      <dgm:spPr/>
    </dgm:pt>
    <dgm:pt modelId="{A529D00D-DF64-4015-B721-22C16A088488}" type="pres">
      <dgm:prSet presAssocID="{E666E1B8-6975-4751-9BF0-778C0E11547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C27C14A-B13F-49A2-AA03-CBB1DCC6DBCF}" type="pres">
      <dgm:prSet presAssocID="{E666E1B8-6975-4751-9BF0-778C0E115475}" presName="spaceRect" presStyleCnt="0"/>
      <dgm:spPr/>
    </dgm:pt>
    <dgm:pt modelId="{1555BC7C-E729-42DB-AD04-4BCD3AB881B1}" type="pres">
      <dgm:prSet presAssocID="{E666E1B8-6975-4751-9BF0-778C0E11547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DC32F0F-D36A-4E1D-8583-DEA676857693}" type="presOf" srcId="{DA371D80-9F56-470F-9206-0CAEDE9CE687}" destId="{9048CFB0-2AF9-45B1-82CC-0D2321A90901}" srcOrd="0" destOrd="0" presId="urn:microsoft.com/office/officeart/2018/2/layout/IconVerticalSolidList"/>
    <dgm:cxn modelId="{5496162A-5641-4725-A565-F705E44126E5}" srcId="{9F723F15-5C72-4B9E-9B15-9FEDB52EBCFA}" destId="{B5CD27CE-5A9F-459B-BC7D-644ED0332AD9}" srcOrd="2" destOrd="0" parTransId="{9EA6BC63-E42C-42C5-834E-C7CE35564C3E}" sibTransId="{B4244209-E1ED-443F-A87B-5DEC2B29A2C7}"/>
    <dgm:cxn modelId="{6F73C45C-EE2C-442C-979A-4AE3F8175296}" srcId="{9F723F15-5C72-4B9E-9B15-9FEDB52EBCFA}" destId="{DA371D80-9F56-470F-9206-0CAEDE9CE687}" srcOrd="1" destOrd="0" parTransId="{FAC61841-D3F7-41E2-BD28-7484AE195C74}" sibTransId="{C58F2147-708F-4743-9028-F94F90CCFB57}"/>
    <dgm:cxn modelId="{AB6CCA61-D537-4CFD-A410-68ED56533A57}" type="presOf" srcId="{E666E1B8-6975-4751-9BF0-778C0E115475}" destId="{1555BC7C-E729-42DB-AD04-4BCD3AB881B1}" srcOrd="0" destOrd="0" presId="urn:microsoft.com/office/officeart/2018/2/layout/IconVerticalSolidList"/>
    <dgm:cxn modelId="{2E87994C-B684-4BEA-B25E-292C561D63EA}" srcId="{9F723F15-5C72-4B9E-9B15-9FEDB52EBCFA}" destId="{E666E1B8-6975-4751-9BF0-778C0E115475}" srcOrd="3" destOrd="0" parTransId="{6536F9B1-1AF3-4525-ADAC-ECE63037BE6D}" sibTransId="{15869994-6D51-42CA-AC03-301E32556A3C}"/>
    <dgm:cxn modelId="{D2D82D58-2B94-4541-8451-855FA6F0E865}" srcId="{9F723F15-5C72-4B9E-9B15-9FEDB52EBCFA}" destId="{127FFFC5-220F-42DF-A454-91D7122738CE}" srcOrd="0" destOrd="0" parTransId="{9BF08456-B002-45E8-975A-303E331111E7}" sibTransId="{C125E8CA-58F9-4026-BCDA-D76F7010B90E}"/>
    <dgm:cxn modelId="{833D5F94-64D0-4D13-80BE-F6CF7D091E53}" type="presOf" srcId="{9F723F15-5C72-4B9E-9B15-9FEDB52EBCFA}" destId="{6CE5C2B9-1F4D-4566-A9FF-C881734E07C4}" srcOrd="0" destOrd="0" presId="urn:microsoft.com/office/officeart/2018/2/layout/IconVerticalSolidList"/>
    <dgm:cxn modelId="{6D75E8DE-713F-4F04-8DDD-9ACAD66FF37B}" type="presOf" srcId="{127FFFC5-220F-42DF-A454-91D7122738CE}" destId="{EB119BF5-FA58-4C08-87DF-DE85482F4CA2}" srcOrd="0" destOrd="0" presId="urn:microsoft.com/office/officeart/2018/2/layout/IconVerticalSolidList"/>
    <dgm:cxn modelId="{E948E9F3-50F5-4864-956C-FDD40357A45D}" type="presOf" srcId="{B5CD27CE-5A9F-459B-BC7D-644ED0332AD9}" destId="{B56E85F8-7DC7-444F-9DCF-04CDBAB81DB4}" srcOrd="0" destOrd="0" presId="urn:microsoft.com/office/officeart/2018/2/layout/IconVerticalSolidList"/>
    <dgm:cxn modelId="{54B9B837-CB02-49A2-A811-7F76FB88D301}" type="presParOf" srcId="{6CE5C2B9-1F4D-4566-A9FF-C881734E07C4}" destId="{1B35F49A-49B4-44AD-A65B-8C4661C92BD3}" srcOrd="0" destOrd="0" presId="urn:microsoft.com/office/officeart/2018/2/layout/IconVerticalSolidList"/>
    <dgm:cxn modelId="{F217F5D8-116B-4B94-B4D8-3828B80DC004}" type="presParOf" srcId="{1B35F49A-49B4-44AD-A65B-8C4661C92BD3}" destId="{284532FC-C415-4898-BA15-39CA4F59EF5A}" srcOrd="0" destOrd="0" presId="urn:microsoft.com/office/officeart/2018/2/layout/IconVerticalSolidList"/>
    <dgm:cxn modelId="{870B9C30-8B09-4E2D-B6B7-AB5B7A873EE7}" type="presParOf" srcId="{1B35F49A-49B4-44AD-A65B-8C4661C92BD3}" destId="{4F9EB26F-88D8-4DC9-A81A-ECB4E1FC59FC}" srcOrd="1" destOrd="0" presId="urn:microsoft.com/office/officeart/2018/2/layout/IconVerticalSolidList"/>
    <dgm:cxn modelId="{FCACA3CE-CFDF-4B85-92B5-A688EFD5A68B}" type="presParOf" srcId="{1B35F49A-49B4-44AD-A65B-8C4661C92BD3}" destId="{67904182-6A66-427D-A107-39783423B73E}" srcOrd="2" destOrd="0" presId="urn:microsoft.com/office/officeart/2018/2/layout/IconVerticalSolidList"/>
    <dgm:cxn modelId="{AB778BC2-A907-431C-952B-5F7FEAEB892A}" type="presParOf" srcId="{1B35F49A-49B4-44AD-A65B-8C4661C92BD3}" destId="{EB119BF5-FA58-4C08-87DF-DE85482F4CA2}" srcOrd="3" destOrd="0" presId="urn:microsoft.com/office/officeart/2018/2/layout/IconVerticalSolidList"/>
    <dgm:cxn modelId="{A387937A-A03B-4B33-A6C0-8CDF9D3A1416}" type="presParOf" srcId="{6CE5C2B9-1F4D-4566-A9FF-C881734E07C4}" destId="{6C36C3D2-66E0-4827-88EA-AC48523ECCDE}" srcOrd="1" destOrd="0" presId="urn:microsoft.com/office/officeart/2018/2/layout/IconVerticalSolidList"/>
    <dgm:cxn modelId="{8D19EEEE-A117-495D-A060-08744F152FCB}" type="presParOf" srcId="{6CE5C2B9-1F4D-4566-A9FF-C881734E07C4}" destId="{C1B02FF4-3A2D-447F-97D9-D36E961F5EFE}" srcOrd="2" destOrd="0" presId="urn:microsoft.com/office/officeart/2018/2/layout/IconVerticalSolidList"/>
    <dgm:cxn modelId="{749211BC-B631-4601-9B2D-1694F222D444}" type="presParOf" srcId="{C1B02FF4-3A2D-447F-97D9-D36E961F5EFE}" destId="{B0887F9C-5C4F-4578-8BC9-6EA69E8DBBB8}" srcOrd="0" destOrd="0" presId="urn:microsoft.com/office/officeart/2018/2/layout/IconVerticalSolidList"/>
    <dgm:cxn modelId="{AD04012E-6330-468D-8C6F-E66F9C7FD273}" type="presParOf" srcId="{C1B02FF4-3A2D-447F-97D9-D36E961F5EFE}" destId="{30275F2F-1AFE-44C9-B70C-21D501D7490D}" srcOrd="1" destOrd="0" presId="urn:microsoft.com/office/officeart/2018/2/layout/IconVerticalSolidList"/>
    <dgm:cxn modelId="{A7D165E2-496D-499C-A231-B0CBE91A0090}" type="presParOf" srcId="{C1B02FF4-3A2D-447F-97D9-D36E961F5EFE}" destId="{51A90F68-482D-4CD7-B865-A77E2C14E7D9}" srcOrd="2" destOrd="0" presId="urn:microsoft.com/office/officeart/2018/2/layout/IconVerticalSolidList"/>
    <dgm:cxn modelId="{F91FD2C3-1A49-43A7-A8EC-7D1B98746499}" type="presParOf" srcId="{C1B02FF4-3A2D-447F-97D9-D36E961F5EFE}" destId="{9048CFB0-2AF9-45B1-82CC-0D2321A90901}" srcOrd="3" destOrd="0" presId="urn:microsoft.com/office/officeart/2018/2/layout/IconVerticalSolidList"/>
    <dgm:cxn modelId="{58057BB1-2650-4485-90BD-5E6810BC0263}" type="presParOf" srcId="{6CE5C2B9-1F4D-4566-A9FF-C881734E07C4}" destId="{FB455628-1311-466C-B882-AC6CB0080D70}" srcOrd="3" destOrd="0" presId="urn:microsoft.com/office/officeart/2018/2/layout/IconVerticalSolidList"/>
    <dgm:cxn modelId="{E6D9C5C8-D8CA-442C-8CD9-D1F8E3750721}" type="presParOf" srcId="{6CE5C2B9-1F4D-4566-A9FF-C881734E07C4}" destId="{D5F35439-634E-49A7-B8EE-4C18F3566362}" srcOrd="4" destOrd="0" presId="urn:microsoft.com/office/officeart/2018/2/layout/IconVerticalSolidList"/>
    <dgm:cxn modelId="{C719D980-E883-4753-81C0-7AC4CC00D295}" type="presParOf" srcId="{D5F35439-634E-49A7-B8EE-4C18F3566362}" destId="{6E94CC07-91C0-466A-BC0E-4AAA2C9614EA}" srcOrd="0" destOrd="0" presId="urn:microsoft.com/office/officeart/2018/2/layout/IconVerticalSolidList"/>
    <dgm:cxn modelId="{1CF3E5B5-F551-4864-ADE5-A1FD9D50269B}" type="presParOf" srcId="{D5F35439-634E-49A7-B8EE-4C18F3566362}" destId="{B2CAF381-CBE1-4DDA-93EC-327E561B61B0}" srcOrd="1" destOrd="0" presId="urn:microsoft.com/office/officeart/2018/2/layout/IconVerticalSolidList"/>
    <dgm:cxn modelId="{A85CB457-3DE7-4C19-BBB5-33C386D11E63}" type="presParOf" srcId="{D5F35439-634E-49A7-B8EE-4C18F3566362}" destId="{163C3141-C143-4EE6-8A78-2032A3A4BA5A}" srcOrd="2" destOrd="0" presId="urn:microsoft.com/office/officeart/2018/2/layout/IconVerticalSolidList"/>
    <dgm:cxn modelId="{9D0788C4-D3EA-476A-9685-4A030D29B73C}" type="presParOf" srcId="{D5F35439-634E-49A7-B8EE-4C18F3566362}" destId="{B56E85F8-7DC7-444F-9DCF-04CDBAB81DB4}" srcOrd="3" destOrd="0" presId="urn:microsoft.com/office/officeart/2018/2/layout/IconVerticalSolidList"/>
    <dgm:cxn modelId="{3EBF2ED0-6254-4073-B3A0-0E0FB58B0E0B}" type="presParOf" srcId="{6CE5C2B9-1F4D-4566-A9FF-C881734E07C4}" destId="{58F6732F-3596-4992-9CEC-E04FB975F278}" srcOrd="5" destOrd="0" presId="urn:microsoft.com/office/officeart/2018/2/layout/IconVerticalSolidList"/>
    <dgm:cxn modelId="{AFD72881-9944-4C4E-88B6-1CDCC54282CE}" type="presParOf" srcId="{6CE5C2B9-1F4D-4566-A9FF-C881734E07C4}" destId="{180C71A8-E54A-4D65-A3D3-87B1598A7D05}" srcOrd="6" destOrd="0" presId="urn:microsoft.com/office/officeart/2018/2/layout/IconVerticalSolidList"/>
    <dgm:cxn modelId="{AF068A68-42A1-4E4F-ABA2-9D284A3212FB}" type="presParOf" srcId="{180C71A8-E54A-4D65-A3D3-87B1598A7D05}" destId="{DDA352B8-9708-44E6-B827-B6295EFEF9BF}" srcOrd="0" destOrd="0" presId="urn:microsoft.com/office/officeart/2018/2/layout/IconVerticalSolidList"/>
    <dgm:cxn modelId="{931BE192-FCCA-4E0A-9972-8CF051C077D1}" type="presParOf" srcId="{180C71A8-E54A-4D65-A3D3-87B1598A7D05}" destId="{A529D00D-DF64-4015-B721-22C16A088488}" srcOrd="1" destOrd="0" presId="urn:microsoft.com/office/officeart/2018/2/layout/IconVerticalSolidList"/>
    <dgm:cxn modelId="{42A450F0-859E-4599-8C73-657E18599F0E}" type="presParOf" srcId="{180C71A8-E54A-4D65-A3D3-87B1598A7D05}" destId="{FC27C14A-B13F-49A2-AA03-CBB1DCC6DBCF}" srcOrd="2" destOrd="0" presId="urn:microsoft.com/office/officeart/2018/2/layout/IconVerticalSolidList"/>
    <dgm:cxn modelId="{9CA21181-8E38-4BCE-91C3-EC65C8C5113D}" type="presParOf" srcId="{180C71A8-E54A-4D65-A3D3-87B1598A7D05}" destId="{1555BC7C-E729-42DB-AD04-4BCD3AB881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952F69-0998-49DB-8026-365511A3F0F0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74D2BAB-01D2-4CCB-99AE-D50C8BF64E76}">
      <dgm:prSet/>
      <dgm:spPr/>
      <dgm:t>
        <a:bodyPr/>
        <a:lstStyle/>
        <a:p>
          <a:r>
            <a:rPr lang="en-US"/>
            <a:t>Insert</a:t>
          </a:r>
        </a:p>
      </dgm:t>
    </dgm:pt>
    <dgm:pt modelId="{1005C1AB-B855-444F-8D7A-1C9D8C3E1F45}" type="parTrans" cxnId="{7618EC33-5889-4EA5-88E5-FAC56785A502}">
      <dgm:prSet/>
      <dgm:spPr/>
      <dgm:t>
        <a:bodyPr/>
        <a:lstStyle/>
        <a:p>
          <a:endParaRPr lang="en-US"/>
        </a:p>
      </dgm:t>
    </dgm:pt>
    <dgm:pt modelId="{95E9BD95-7D48-49A0-9E1B-CE9C8DF6C576}" type="sibTrans" cxnId="{7618EC33-5889-4EA5-88E5-FAC56785A502}">
      <dgm:prSet/>
      <dgm:spPr/>
      <dgm:t>
        <a:bodyPr/>
        <a:lstStyle/>
        <a:p>
          <a:endParaRPr lang="en-US"/>
        </a:p>
      </dgm:t>
    </dgm:pt>
    <dgm:pt modelId="{FA6CA558-1D96-40A6-BAAD-EADA0F181BEB}">
      <dgm:prSet/>
      <dgm:spPr/>
      <dgm:t>
        <a:bodyPr/>
        <a:lstStyle/>
        <a:p>
          <a:r>
            <a:rPr lang="en-US"/>
            <a:t>Insert new rooms, guests, booking records, and employee records.</a:t>
          </a:r>
        </a:p>
      </dgm:t>
    </dgm:pt>
    <dgm:pt modelId="{E994806C-0FC3-4E8C-B3E7-A242F1F3485C}" type="parTrans" cxnId="{77EED895-AD6C-438E-947F-E973EE509BAA}">
      <dgm:prSet/>
      <dgm:spPr/>
      <dgm:t>
        <a:bodyPr/>
        <a:lstStyle/>
        <a:p>
          <a:endParaRPr lang="en-US"/>
        </a:p>
      </dgm:t>
    </dgm:pt>
    <dgm:pt modelId="{7A0A1A8E-8477-4814-BC8C-5D1D53F41F39}" type="sibTrans" cxnId="{77EED895-AD6C-438E-947F-E973EE509BAA}">
      <dgm:prSet/>
      <dgm:spPr/>
      <dgm:t>
        <a:bodyPr/>
        <a:lstStyle/>
        <a:p>
          <a:endParaRPr lang="en-US"/>
        </a:p>
      </dgm:t>
    </dgm:pt>
    <dgm:pt modelId="{CB56E139-3662-40FB-9C02-DF5DABAD94DB}">
      <dgm:prSet/>
      <dgm:spPr/>
      <dgm:t>
        <a:bodyPr/>
        <a:lstStyle/>
        <a:p>
          <a:r>
            <a:rPr lang="en-US"/>
            <a:t>Update</a:t>
          </a:r>
        </a:p>
      </dgm:t>
    </dgm:pt>
    <dgm:pt modelId="{2A9B990D-A943-4D52-8450-64B64BCCDE40}" type="parTrans" cxnId="{8A285345-59B2-4155-8498-F94925D5A2F7}">
      <dgm:prSet/>
      <dgm:spPr/>
      <dgm:t>
        <a:bodyPr/>
        <a:lstStyle/>
        <a:p>
          <a:endParaRPr lang="en-US"/>
        </a:p>
      </dgm:t>
    </dgm:pt>
    <dgm:pt modelId="{035DAD3A-CC20-4487-8434-62239F56C7DD}" type="sibTrans" cxnId="{8A285345-59B2-4155-8498-F94925D5A2F7}">
      <dgm:prSet/>
      <dgm:spPr/>
      <dgm:t>
        <a:bodyPr/>
        <a:lstStyle/>
        <a:p>
          <a:endParaRPr lang="en-US"/>
        </a:p>
      </dgm:t>
    </dgm:pt>
    <dgm:pt modelId="{502A082B-15EC-47E8-B126-908A554A7208}">
      <dgm:prSet/>
      <dgm:spPr/>
      <dgm:t>
        <a:bodyPr/>
        <a:lstStyle/>
        <a:p>
          <a:r>
            <a:rPr lang="en-US" dirty="0"/>
            <a:t>Update room details, guest information, booking dates, and employee information.</a:t>
          </a:r>
        </a:p>
      </dgm:t>
    </dgm:pt>
    <dgm:pt modelId="{39870D8E-AE42-4A00-90A6-6E05D49958B8}" type="parTrans" cxnId="{28FD154A-DC12-4792-A564-5FEB74D0E90C}">
      <dgm:prSet/>
      <dgm:spPr/>
      <dgm:t>
        <a:bodyPr/>
        <a:lstStyle/>
        <a:p>
          <a:endParaRPr lang="en-US"/>
        </a:p>
      </dgm:t>
    </dgm:pt>
    <dgm:pt modelId="{85929D02-AA2A-4666-86E9-A3C3EEB22606}" type="sibTrans" cxnId="{28FD154A-DC12-4792-A564-5FEB74D0E90C}">
      <dgm:prSet/>
      <dgm:spPr/>
      <dgm:t>
        <a:bodyPr/>
        <a:lstStyle/>
        <a:p>
          <a:endParaRPr lang="en-US"/>
        </a:p>
      </dgm:t>
    </dgm:pt>
    <dgm:pt modelId="{029B7479-FB45-41DA-940D-05844C7C91D3}">
      <dgm:prSet/>
      <dgm:spPr/>
      <dgm:t>
        <a:bodyPr/>
        <a:lstStyle/>
        <a:p>
          <a:r>
            <a:rPr lang="en-US"/>
            <a:t>Delete</a:t>
          </a:r>
        </a:p>
      </dgm:t>
    </dgm:pt>
    <dgm:pt modelId="{D1EA0746-6DD2-492A-8D89-14B13ADE167E}" type="parTrans" cxnId="{0CF04BBB-981F-4493-B17D-59430C6DAA6E}">
      <dgm:prSet/>
      <dgm:spPr/>
      <dgm:t>
        <a:bodyPr/>
        <a:lstStyle/>
        <a:p>
          <a:endParaRPr lang="en-US"/>
        </a:p>
      </dgm:t>
    </dgm:pt>
    <dgm:pt modelId="{CBDF22B1-AE5A-46F6-9777-176ED58553D5}" type="sibTrans" cxnId="{0CF04BBB-981F-4493-B17D-59430C6DAA6E}">
      <dgm:prSet/>
      <dgm:spPr/>
      <dgm:t>
        <a:bodyPr/>
        <a:lstStyle/>
        <a:p>
          <a:endParaRPr lang="en-US"/>
        </a:p>
      </dgm:t>
    </dgm:pt>
    <dgm:pt modelId="{49F4CFCC-199B-490D-BDDF-53F51804AE2C}">
      <dgm:prSet/>
      <dgm:spPr/>
      <dgm:t>
        <a:bodyPr/>
        <a:lstStyle/>
        <a:p>
          <a:r>
            <a:rPr lang="en-US" dirty="0"/>
            <a:t>Delete records for rooms no longer available, guests who checked out, canceled bookings, or employees who have left the hotel.</a:t>
          </a:r>
        </a:p>
      </dgm:t>
    </dgm:pt>
    <dgm:pt modelId="{F243F0EF-FFEE-47A3-AC78-A648AE26BC23}" type="parTrans" cxnId="{E568DF83-F8EC-48DE-86BA-2887575C9470}">
      <dgm:prSet/>
      <dgm:spPr/>
      <dgm:t>
        <a:bodyPr/>
        <a:lstStyle/>
        <a:p>
          <a:endParaRPr lang="en-US"/>
        </a:p>
      </dgm:t>
    </dgm:pt>
    <dgm:pt modelId="{50FF41A5-103A-42C5-9916-75681E0A4BDB}" type="sibTrans" cxnId="{E568DF83-F8EC-48DE-86BA-2887575C9470}">
      <dgm:prSet/>
      <dgm:spPr/>
      <dgm:t>
        <a:bodyPr/>
        <a:lstStyle/>
        <a:p>
          <a:endParaRPr lang="en-US"/>
        </a:p>
      </dgm:t>
    </dgm:pt>
    <dgm:pt modelId="{92C4F8A8-F821-40B1-A860-DD239D6FC153}">
      <dgm:prSet/>
      <dgm:spPr/>
      <dgm:t>
        <a:bodyPr/>
        <a:lstStyle/>
        <a:p>
          <a:r>
            <a:rPr lang="en-US"/>
            <a:t>Query</a:t>
          </a:r>
        </a:p>
      </dgm:t>
    </dgm:pt>
    <dgm:pt modelId="{6E3C7684-B4AE-481C-BAA3-B586D6043730}" type="parTrans" cxnId="{57E060FA-0D06-431D-BAF1-FE57004C21E9}">
      <dgm:prSet/>
      <dgm:spPr/>
      <dgm:t>
        <a:bodyPr/>
        <a:lstStyle/>
        <a:p>
          <a:endParaRPr lang="en-US"/>
        </a:p>
      </dgm:t>
    </dgm:pt>
    <dgm:pt modelId="{3B691DFF-5747-4035-A3F0-6A15A51F2D1C}" type="sibTrans" cxnId="{57E060FA-0D06-431D-BAF1-FE57004C21E9}">
      <dgm:prSet/>
      <dgm:spPr/>
      <dgm:t>
        <a:bodyPr/>
        <a:lstStyle/>
        <a:p>
          <a:endParaRPr lang="en-US"/>
        </a:p>
      </dgm:t>
    </dgm:pt>
    <dgm:pt modelId="{42EDB9F5-8A05-4DBE-9EA4-4AEC617323BE}">
      <dgm:prSet/>
      <dgm:spPr/>
      <dgm:t>
        <a:bodyPr/>
        <a:lstStyle/>
        <a:p>
          <a:r>
            <a:rPr lang="en-US"/>
            <a:t>Query available rooms, guest booking history, current occupancy status, and employee details.</a:t>
          </a:r>
        </a:p>
      </dgm:t>
    </dgm:pt>
    <dgm:pt modelId="{2CA180C6-AA77-4246-A8E7-49AC02B8392B}" type="parTrans" cxnId="{BC9DDEC6-8DF5-4FCC-AE56-8F335672CF18}">
      <dgm:prSet/>
      <dgm:spPr/>
      <dgm:t>
        <a:bodyPr/>
        <a:lstStyle/>
        <a:p>
          <a:endParaRPr lang="en-US"/>
        </a:p>
      </dgm:t>
    </dgm:pt>
    <dgm:pt modelId="{0B828889-7070-4B2E-8CD0-6B38A9506C7A}" type="sibTrans" cxnId="{BC9DDEC6-8DF5-4FCC-AE56-8F335672CF18}">
      <dgm:prSet/>
      <dgm:spPr/>
      <dgm:t>
        <a:bodyPr/>
        <a:lstStyle/>
        <a:p>
          <a:endParaRPr lang="en-US"/>
        </a:p>
      </dgm:t>
    </dgm:pt>
    <dgm:pt modelId="{747D768C-CDE2-4097-AB2B-F0755FA8754D}" type="pres">
      <dgm:prSet presAssocID="{B1952F69-0998-49DB-8026-365511A3F0F0}" presName="Name0" presStyleCnt="0">
        <dgm:presLayoutVars>
          <dgm:dir/>
          <dgm:animLvl val="lvl"/>
          <dgm:resizeHandles val="exact"/>
        </dgm:presLayoutVars>
      </dgm:prSet>
      <dgm:spPr/>
    </dgm:pt>
    <dgm:pt modelId="{FE501D42-90B1-4786-AA99-45282D7FB329}" type="pres">
      <dgm:prSet presAssocID="{C74D2BAB-01D2-4CCB-99AE-D50C8BF64E76}" presName="linNode" presStyleCnt="0"/>
      <dgm:spPr/>
    </dgm:pt>
    <dgm:pt modelId="{3B54A30B-1F2E-433B-9C89-A297A162EA85}" type="pres">
      <dgm:prSet presAssocID="{C74D2BAB-01D2-4CCB-99AE-D50C8BF64E76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41BAB083-D197-4A12-8ABA-DF65C3967CC7}" type="pres">
      <dgm:prSet presAssocID="{C74D2BAB-01D2-4CCB-99AE-D50C8BF64E76}" presName="descendantText" presStyleLbl="alignAccFollowNode1" presStyleIdx="0" presStyleCnt="4">
        <dgm:presLayoutVars>
          <dgm:bulletEnabled/>
        </dgm:presLayoutVars>
      </dgm:prSet>
      <dgm:spPr/>
    </dgm:pt>
    <dgm:pt modelId="{37D47141-D39B-48EF-B147-D5B40B49F7F2}" type="pres">
      <dgm:prSet presAssocID="{95E9BD95-7D48-49A0-9E1B-CE9C8DF6C576}" presName="sp" presStyleCnt="0"/>
      <dgm:spPr/>
    </dgm:pt>
    <dgm:pt modelId="{86B444BE-7584-4F2F-81D1-179F10890079}" type="pres">
      <dgm:prSet presAssocID="{CB56E139-3662-40FB-9C02-DF5DABAD94DB}" presName="linNode" presStyleCnt="0"/>
      <dgm:spPr/>
    </dgm:pt>
    <dgm:pt modelId="{2A8A33F8-A568-4A7D-84DA-68E070A173F2}" type="pres">
      <dgm:prSet presAssocID="{CB56E139-3662-40FB-9C02-DF5DABAD94DB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C6755AD7-2707-4F4F-9E91-74F44B742F40}" type="pres">
      <dgm:prSet presAssocID="{CB56E139-3662-40FB-9C02-DF5DABAD94DB}" presName="descendantText" presStyleLbl="alignAccFollowNode1" presStyleIdx="1" presStyleCnt="4">
        <dgm:presLayoutVars>
          <dgm:bulletEnabled/>
        </dgm:presLayoutVars>
      </dgm:prSet>
      <dgm:spPr/>
    </dgm:pt>
    <dgm:pt modelId="{634F4581-A423-447A-9E18-8812893231DE}" type="pres">
      <dgm:prSet presAssocID="{035DAD3A-CC20-4487-8434-62239F56C7DD}" presName="sp" presStyleCnt="0"/>
      <dgm:spPr/>
    </dgm:pt>
    <dgm:pt modelId="{72B8BA23-3306-40AA-A061-79FEDF67DBBF}" type="pres">
      <dgm:prSet presAssocID="{029B7479-FB45-41DA-940D-05844C7C91D3}" presName="linNode" presStyleCnt="0"/>
      <dgm:spPr/>
    </dgm:pt>
    <dgm:pt modelId="{B718D6E0-D1CB-46CF-8B2B-3D46A71AAFF9}" type="pres">
      <dgm:prSet presAssocID="{029B7479-FB45-41DA-940D-05844C7C91D3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5A9E23BD-BF7D-40D6-A805-EB40D5B0BBF8}" type="pres">
      <dgm:prSet presAssocID="{029B7479-FB45-41DA-940D-05844C7C91D3}" presName="descendantText" presStyleLbl="alignAccFollowNode1" presStyleIdx="2" presStyleCnt="4">
        <dgm:presLayoutVars>
          <dgm:bulletEnabled/>
        </dgm:presLayoutVars>
      </dgm:prSet>
      <dgm:spPr/>
    </dgm:pt>
    <dgm:pt modelId="{80464251-EC26-4404-8408-79384BD44EB5}" type="pres">
      <dgm:prSet presAssocID="{CBDF22B1-AE5A-46F6-9777-176ED58553D5}" presName="sp" presStyleCnt="0"/>
      <dgm:spPr/>
    </dgm:pt>
    <dgm:pt modelId="{FEC7CC87-B53D-4E4C-83D0-92A0742A9D23}" type="pres">
      <dgm:prSet presAssocID="{92C4F8A8-F821-40B1-A860-DD239D6FC153}" presName="linNode" presStyleCnt="0"/>
      <dgm:spPr/>
    </dgm:pt>
    <dgm:pt modelId="{A69CB79E-D546-43C0-885F-3732EFF67070}" type="pres">
      <dgm:prSet presAssocID="{92C4F8A8-F821-40B1-A860-DD239D6FC153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0760C0A1-AC09-4C42-941A-1FB8A4F32011}" type="pres">
      <dgm:prSet presAssocID="{92C4F8A8-F821-40B1-A860-DD239D6FC153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E0326E03-3D1B-4106-8F39-DB23AC5DBBC4}" type="presOf" srcId="{B1952F69-0998-49DB-8026-365511A3F0F0}" destId="{747D768C-CDE2-4097-AB2B-F0755FA8754D}" srcOrd="0" destOrd="0" presId="urn:microsoft.com/office/officeart/2016/7/layout/VerticalSolidActionList"/>
    <dgm:cxn modelId="{D87BB520-4913-40D8-8D30-F7DF67675857}" type="presOf" srcId="{C74D2BAB-01D2-4CCB-99AE-D50C8BF64E76}" destId="{3B54A30B-1F2E-433B-9C89-A297A162EA85}" srcOrd="0" destOrd="0" presId="urn:microsoft.com/office/officeart/2016/7/layout/VerticalSolidActionList"/>
    <dgm:cxn modelId="{7618EC33-5889-4EA5-88E5-FAC56785A502}" srcId="{B1952F69-0998-49DB-8026-365511A3F0F0}" destId="{C74D2BAB-01D2-4CCB-99AE-D50C8BF64E76}" srcOrd="0" destOrd="0" parTransId="{1005C1AB-B855-444F-8D7A-1C9D8C3E1F45}" sibTransId="{95E9BD95-7D48-49A0-9E1B-CE9C8DF6C576}"/>
    <dgm:cxn modelId="{4CE8DB62-1DAE-43D0-9195-EF90A29CC038}" type="presOf" srcId="{502A082B-15EC-47E8-B126-908A554A7208}" destId="{C6755AD7-2707-4F4F-9E91-74F44B742F40}" srcOrd="0" destOrd="0" presId="urn:microsoft.com/office/officeart/2016/7/layout/VerticalSolidActionList"/>
    <dgm:cxn modelId="{8A285345-59B2-4155-8498-F94925D5A2F7}" srcId="{B1952F69-0998-49DB-8026-365511A3F0F0}" destId="{CB56E139-3662-40FB-9C02-DF5DABAD94DB}" srcOrd="1" destOrd="0" parTransId="{2A9B990D-A943-4D52-8450-64B64BCCDE40}" sibTransId="{035DAD3A-CC20-4487-8434-62239F56C7DD}"/>
    <dgm:cxn modelId="{28FD154A-DC12-4792-A564-5FEB74D0E90C}" srcId="{CB56E139-3662-40FB-9C02-DF5DABAD94DB}" destId="{502A082B-15EC-47E8-B126-908A554A7208}" srcOrd="0" destOrd="0" parTransId="{39870D8E-AE42-4A00-90A6-6E05D49958B8}" sibTransId="{85929D02-AA2A-4666-86E9-A3C3EEB22606}"/>
    <dgm:cxn modelId="{DEBCDA6B-D2EC-45A3-8719-A1E176302FFE}" type="presOf" srcId="{029B7479-FB45-41DA-940D-05844C7C91D3}" destId="{B718D6E0-D1CB-46CF-8B2B-3D46A71AAFF9}" srcOrd="0" destOrd="0" presId="urn:microsoft.com/office/officeart/2016/7/layout/VerticalSolidActionList"/>
    <dgm:cxn modelId="{19377770-8A5F-48E7-B497-D6E6947026CB}" type="presOf" srcId="{92C4F8A8-F821-40B1-A860-DD239D6FC153}" destId="{A69CB79E-D546-43C0-885F-3732EFF67070}" srcOrd="0" destOrd="0" presId="urn:microsoft.com/office/officeart/2016/7/layout/VerticalSolidActionList"/>
    <dgm:cxn modelId="{E568DF83-F8EC-48DE-86BA-2887575C9470}" srcId="{029B7479-FB45-41DA-940D-05844C7C91D3}" destId="{49F4CFCC-199B-490D-BDDF-53F51804AE2C}" srcOrd="0" destOrd="0" parTransId="{F243F0EF-FFEE-47A3-AC78-A648AE26BC23}" sibTransId="{50FF41A5-103A-42C5-9916-75681E0A4BDB}"/>
    <dgm:cxn modelId="{38AF4C94-D921-4AD6-8BFD-1436B78B8DC8}" type="presOf" srcId="{CB56E139-3662-40FB-9C02-DF5DABAD94DB}" destId="{2A8A33F8-A568-4A7D-84DA-68E070A173F2}" srcOrd="0" destOrd="0" presId="urn:microsoft.com/office/officeart/2016/7/layout/VerticalSolidActionList"/>
    <dgm:cxn modelId="{77EED895-AD6C-438E-947F-E973EE509BAA}" srcId="{C74D2BAB-01D2-4CCB-99AE-D50C8BF64E76}" destId="{FA6CA558-1D96-40A6-BAAD-EADA0F181BEB}" srcOrd="0" destOrd="0" parTransId="{E994806C-0FC3-4E8C-B3E7-A242F1F3485C}" sibTransId="{7A0A1A8E-8477-4814-BC8C-5D1D53F41F39}"/>
    <dgm:cxn modelId="{4F51A9A8-1966-4FD5-9A35-9D61593F065B}" type="presOf" srcId="{FA6CA558-1D96-40A6-BAAD-EADA0F181BEB}" destId="{41BAB083-D197-4A12-8ABA-DF65C3967CC7}" srcOrd="0" destOrd="0" presId="urn:microsoft.com/office/officeart/2016/7/layout/VerticalSolidActionList"/>
    <dgm:cxn modelId="{D9449CB8-C257-422A-9BC0-5944955CDABE}" type="presOf" srcId="{42EDB9F5-8A05-4DBE-9EA4-4AEC617323BE}" destId="{0760C0A1-AC09-4C42-941A-1FB8A4F32011}" srcOrd="0" destOrd="0" presId="urn:microsoft.com/office/officeart/2016/7/layout/VerticalSolidActionList"/>
    <dgm:cxn modelId="{0CF04BBB-981F-4493-B17D-59430C6DAA6E}" srcId="{B1952F69-0998-49DB-8026-365511A3F0F0}" destId="{029B7479-FB45-41DA-940D-05844C7C91D3}" srcOrd="2" destOrd="0" parTransId="{D1EA0746-6DD2-492A-8D89-14B13ADE167E}" sibTransId="{CBDF22B1-AE5A-46F6-9777-176ED58553D5}"/>
    <dgm:cxn modelId="{3CB626BE-2873-4DA0-A502-012B4BCE93D5}" type="presOf" srcId="{49F4CFCC-199B-490D-BDDF-53F51804AE2C}" destId="{5A9E23BD-BF7D-40D6-A805-EB40D5B0BBF8}" srcOrd="0" destOrd="0" presId="urn:microsoft.com/office/officeart/2016/7/layout/VerticalSolidActionList"/>
    <dgm:cxn modelId="{BC9DDEC6-8DF5-4FCC-AE56-8F335672CF18}" srcId="{92C4F8A8-F821-40B1-A860-DD239D6FC153}" destId="{42EDB9F5-8A05-4DBE-9EA4-4AEC617323BE}" srcOrd="0" destOrd="0" parTransId="{2CA180C6-AA77-4246-A8E7-49AC02B8392B}" sibTransId="{0B828889-7070-4B2E-8CD0-6B38A9506C7A}"/>
    <dgm:cxn modelId="{57E060FA-0D06-431D-BAF1-FE57004C21E9}" srcId="{B1952F69-0998-49DB-8026-365511A3F0F0}" destId="{92C4F8A8-F821-40B1-A860-DD239D6FC153}" srcOrd="3" destOrd="0" parTransId="{6E3C7684-B4AE-481C-BAA3-B586D6043730}" sibTransId="{3B691DFF-5747-4035-A3F0-6A15A51F2D1C}"/>
    <dgm:cxn modelId="{E146029D-D804-426A-B093-E13AFBA2F421}" type="presParOf" srcId="{747D768C-CDE2-4097-AB2B-F0755FA8754D}" destId="{FE501D42-90B1-4786-AA99-45282D7FB329}" srcOrd="0" destOrd="0" presId="urn:microsoft.com/office/officeart/2016/7/layout/VerticalSolidActionList"/>
    <dgm:cxn modelId="{DFDAB2F3-378D-4714-AB04-4A1E99F35305}" type="presParOf" srcId="{FE501D42-90B1-4786-AA99-45282D7FB329}" destId="{3B54A30B-1F2E-433B-9C89-A297A162EA85}" srcOrd="0" destOrd="0" presId="urn:microsoft.com/office/officeart/2016/7/layout/VerticalSolidActionList"/>
    <dgm:cxn modelId="{A7A61DEB-25D4-4B20-B50F-FA31C7DD3367}" type="presParOf" srcId="{FE501D42-90B1-4786-AA99-45282D7FB329}" destId="{41BAB083-D197-4A12-8ABA-DF65C3967CC7}" srcOrd="1" destOrd="0" presId="urn:microsoft.com/office/officeart/2016/7/layout/VerticalSolidActionList"/>
    <dgm:cxn modelId="{85065624-1642-48D0-8063-87B17790AEC6}" type="presParOf" srcId="{747D768C-CDE2-4097-AB2B-F0755FA8754D}" destId="{37D47141-D39B-48EF-B147-D5B40B49F7F2}" srcOrd="1" destOrd="0" presId="urn:microsoft.com/office/officeart/2016/7/layout/VerticalSolidActionList"/>
    <dgm:cxn modelId="{F6925BD3-FED7-49DA-AE79-708E694C1B98}" type="presParOf" srcId="{747D768C-CDE2-4097-AB2B-F0755FA8754D}" destId="{86B444BE-7584-4F2F-81D1-179F10890079}" srcOrd="2" destOrd="0" presId="urn:microsoft.com/office/officeart/2016/7/layout/VerticalSolidActionList"/>
    <dgm:cxn modelId="{346BE203-6CE8-4546-A236-ABFF0F83D36D}" type="presParOf" srcId="{86B444BE-7584-4F2F-81D1-179F10890079}" destId="{2A8A33F8-A568-4A7D-84DA-68E070A173F2}" srcOrd="0" destOrd="0" presId="urn:microsoft.com/office/officeart/2016/7/layout/VerticalSolidActionList"/>
    <dgm:cxn modelId="{74830225-AF6D-4841-87E4-6F63B54FE55C}" type="presParOf" srcId="{86B444BE-7584-4F2F-81D1-179F10890079}" destId="{C6755AD7-2707-4F4F-9E91-74F44B742F40}" srcOrd="1" destOrd="0" presId="urn:microsoft.com/office/officeart/2016/7/layout/VerticalSolidActionList"/>
    <dgm:cxn modelId="{45ECFE5E-4070-4353-8B6B-0701FE7330E7}" type="presParOf" srcId="{747D768C-CDE2-4097-AB2B-F0755FA8754D}" destId="{634F4581-A423-447A-9E18-8812893231DE}" srcOrd="3" destOrd="0" presId="urn:microsoft.com/office/officeart/2016/7/layout/VerticalSolidActionList"/>
    <dgm:cxn modelId="{B2F793AE-25A9-48B8-BFAF-30D477DCAE62}" type="presParOf" srcId="{747D768C-CDE2-4097-AB2B-F0755FA8754D}" destId="{72B8BA23-3306-40AA-A061-79FEDF67DBBF}" srcOrd="4" destOrd="0" presId="urn:microsoft.com/office/officeart/2016/7/layout/VerticalSolidActionList"/>
    <dgm:cxn modelId="{F485D26D-F816-4F8E-BF9D-EA1C53E8249E}" type="presParOf" srcId="{72B8BA23-3306-40AA-A061-79FEDF67DBBF}" destId="{B718D6E0-D1CB-46CF-8B2B-3D46A71AAFF9}" srcOrd="0" destOrd="0" presId="urn:microsoft.com/office/officeart/2016/7/layout/VerticalSolidActionList"/>
    <dgm:cxn modelId="{A086EA12-1752-42CF-A988-5CC7AE27AF58}" type="presParOf" srcId="{72B8BA23-3306-40AA-A061-79FEDF67DBBF}" destId="{5A9E23BD-BF7D-40D6-A805-EB40D5B0BBF8}" srcOrd="1" destOrd="0" presId="urn:microsoft.com/office/officeart/2016/7/layout/VerticalSolidActionList"/>
    <dgm:cxn modelId="{4101BA25-84DA-45A6-A51D-D943F69BD3DA}" type="presParOf" srcId="{747D768C-CDE2-4097-AB2B-F0755FA8754D}" destId="{80464251-EC26-4404-8408-79384BD44EB5}" srcOrd="5" destOrd="0" presId="urn:microsoft.com/office/officeart/2016/7/layout/VerticalSolidActionList"/>
    <dgm:cxn modelId="{EA165DDC-B262-4927-BC90-09F6CD761586}" type="presParOf" srcId="{747D768C-CDE2-4097-AB2B-F0755FA8754D}" destId="{FEC7CC87-B53D-4E4C-83D0-92A0742A9D23}" srcOrd="6" destOrd="0" presId="urn:microsoft.com/office/officeart/2016/7/layout/VerticalSolidActionList"/>
    <dgm:cxn modelId="{6F4DE376-7D6A-4934-BDF3-8A2F70326AD7}" type="presParOf" srcId="{FEC7CC87-B53D-4E4C-83D0-92A0742A9D23}" destId="{A69CB79E-D546-43C0-885F-3732EFF67070}" srcOrd="0" destOrd="0" presId="urn:microsoft.com/office/officeart/2016/7/layout/VerticalSolidActionList"/>
    <dgm:cxn modelId="{B870B638-CBF0-4A93-A064-DF85FDFE7918}" type="presParOf" srcId="{FEC7CC87-B53D-4E4C-83D0-92A0742A9D23}" destId="{0760C0A1-AC09-4C42-941A-1FB8A4F32011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7F1D05-9F7E-4293-BC79-86339E6CF33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166713-EC28-4B94-B6C4-42083938BDE7}">
      <dgm:prSet/>
      <dgm:spPr/>
      <dgm:t>
        <a:bodyPr/>
        <a:lstStyle/>
        <a:p>
          <a:r>
            <a:rPr lang="en-US" b="1" i="0" baseline="0"/>
            <a:t>Rooms</a:t>
          </a:r>
          <a:endParaRPr lang="en-US"/>
        </a:p>
      </dgm:t>
    </dgm:pt>
    <dgm:pt modelId="{81EC2DF0-D822-40D7-A413-9B06DEA38448}" type="parTrans" cxnId="{991B6319-19E2-458A-8E82-32FC516EE512}">
      <dgm:prSet/>
      <dgm:spPr/>
      <dgm:t>
        <a:bodyPr/>
        <a:lstStyle/>
        <a:p>
          <a:endParaRPr lang="en-US"/>
        </a:p>
      </dgm:t>
    </dgm:pt>
    <dgm:pt modelId="{D32FDA8C-A42A-4F8F-ADE8-3DAEFA6867C0}" type="sibTrans" cxnId="{991B6319-19E2-458A-8E82-32FC516EE512}">
      <dgm:prSet/>
      <dgm:spPr/>
      <dgm:t>
        <a:bodyPr/>
        <a:lstStyle/>
        <a:p>
          <a:endParaRPr lang="en-US"/>
        </a:p>
      </dgm:t>
    </dgm:pt>
    <dgm:pt modelId="{58C6B92F-A50F-4D39-8B9D-BBA75F588D44}">
      <dgm:prSet/>
      <dgm:spPr/>
      <dgm:t>
        <a:bodyPr/>
        <a:lstStyle/>
        <a:p>
          <a:r>
            <a:rPr lang="en-US" b="0" i="0" baseline="0" dirty="0" err="1"/>
            <a:t>RoomID</a:t>
          </a:r>
          <a:r>
            <a:rPr lang="en-US" b="0" i="0" baseline="0" dirty="0"/>
            <a:t> (PK), </a:t>
          </a:r>
          <a:r>
            <a:rPr lang="en-US" b="0" i="0" baseline="0" dirty="0" err="1"/>
            <a:t>RoomType</a:t>
          </a:r>
          <a:r>
            <a:rPr lang="en-US" b="0" i="0" baseline="0" dirty="0"/>
            <a:t>, </a:t>
          </a:r>
          <a:r>
            <a:rPr lang="en-US" b="0" i="0" baseline="0" dirty="0" err="1"/>
            <a:t>PricePerNight</a:t>
          </a:r>
          <a:r>
            <a:rPr lang="en-US" b="0" i="0" baseline="0" dirty="0"/>
            <a:t>, Availability</a:t>
          </a:r>
          <a:endParaRPr lang="en-US" dirty="0"/>
        </a:p>
      </dgm:t>
    </dgm:pt>
    <dgm:pt modelId="{79117C39-7ABB-4FF4-9C95-77EC6590243F}" type="parTrans" cxnId="{3793D6F7-59F7-454F-841F-58620478352D}">
      <dgm:prSet/>
      <dgm:spPr/>
      <dgm:t>
        <a:bodyPr/>
        <a:lstStyle/>
        <a:p>
          <a:endParaRPr lang="en-US"/>
        </a:p>
      </dgm:t>
    </dgm:pt>
    <dgm:pt modelId="{01A6B453-0CF8-41F5-9800-8F520E44CFEB}" type="sibTrans" cxnId="{3793D6F7-59F7-454F-841F-58620478352D}">
      <dgm:prSet/>
      <dgm:spPr/>
      <dgm:t>
        <a:bodyPr/>
        <a:lstStyle/>
        <a:p>
          <a:endParaRPr lang="en-US"/>
        </a:p>
      </dgm:t>
    </dgm:pt>
    <dgm:pt modelId="{86280255-698E-4430-B231-D356C5A90C8D}">
      <dgm:prSet/>
      <dgm:spPr/>
      <dgm:t>
        <a:bodyPr/>
        <a:lstStyle/>
        <a:p>
          <a:r>
            <a:rPr lang="en-US" b="1" i="0" baseline="0"/>
            <a:t>Guests</a:t>
          </a:r>
          <a:endParaRPr lang="en-US"/>
        </a:p>
      </dgm:t>
    </dgm:pt>
    <dgm:pt modelId="{CBA5AD84-AA91-4548-9E00-1DD005D4B9BB}" type="parTrans" cxnId="{22666FC2-2DAA-4DBB-A8B2-F22CDD5E699F}">
      <dgm:prSet/>
      <dgm:spPr/>
      <dgm:t>
        <a:bodyPr/>
        <a:lstStyle/>
        <a:p>
          <a:endParaRPr lang="en-US"/>
        </a:p>
      </dgm:t>
    </dgm:pt>
    <dgm:pt modelId="{7F020F13-E7E1-4479-9AC2-FE3D3FF061D9}" type="sibTrans" cxnId="{22666FC2-2DAA-4DBB-A8B2-F22CDD5E699F}">
      <dgm:prSet/>
      <dgm:spPr/>
      <dgm:t>
        <a:bodyPr/>
        <a:lstStyle/>
        <a:p>
          <a:endParaRPr lang="en-US"/>
        </a:p>
      </dgm:t>
    </dgm:pt>
    <dgm:pt modelId="{A79709A7-26D8-4BE9-8E44-2AEDA3542C27}">
      <dgm:prSet/>
      <dgm:spPr/>
      <dgm:t>
        <a:bodyPr/>
        <a:lstStyle/>
        <a:p>
          <a:r>
            <a:rPr lang="en-US" b="0" i="0" baseline="0" dirty="0" err="1"/>
            <a:t>GuestID</a:t>
          </a:r>
          <a:r>
            <a:rPr lang="en-US" b="0" i="0" baseline="0" dirty="0"/>
            <a:t> (PK), Name, Email, Phone</a:t>
          </a:r>
          <a:endParaRPr lang="en-US" dirty="0"/>
        </a:p>
      </dgm:t>
    </dgm:pt>
    <dgm:pt modelId="{21AEDF4F-0F33-4F29-8F48-E1A5863E588C}" type="parTrans" cxnId="{C7999B23-D847-42A7-9E64-65A7DA8375CE}">
      <dgm:prSet/>
      <dgm:spPr/>
      <dgm:t>
        <a:bodyPr/>
        <a:lstStyle/>
        <a:p>
          <a:endParaRPr lang="en-US"/>
        </a:p>
      </dgm:t>
    </dgm:pt>
    <dgm:pt modelId="{6CB2290B-16C3-41EE-A589-0700B95108DE}" type="sibTrans" cxnId="{C7999B23-D847-42A7-9E64-65A7DA8375CE}">
      <dgm:prSet/>
      <dgm:spPr/>
      <dgm:t>
        <a:bodyPr/>
        <a:lstStyle/>
        <a:p>
          <a:endParaRPr lang="en-US"/>
        </a:p>
      </dgm:t>
    </dgm:pt>
    <dgm:pt modelId="{78F8CB93-48E2-498F-A227-796E0C2D06E6}">
      <dgm:prSet/>
      <dgm:spPr/>
      <dgm:t>
        <a:bodyPr/>
        <a:lstStyle/>
        <a:p>
          <a:r>
            <a:rPr lang="en-US" b="1" i="0" baseline="0"/>
            <a:t>Bookings</a:t>
          </a:r>
          <a:endParaRPr lang="en-US"/>
        </a:p>
      </dgm:t>
    </dgm:pt>
    <dgm:pt modelId="{649282EA-726A-48C0-84D1-57AEC037B00B}" type="parTrans" cxnId="{8A7BB669-19CA-4B9D-ADF8-7ABD95B3B716}">
      <dgm:prSet/>
      <dgm:spPr/>
      <dgm:t>
        <a:bodyPr/>
        <a:lstStyle/>
        <a:p>
          <a:endParaRPr lang="en-US"/>
        </a:p>
      </dgm:t>
    </dgm:pt>
    <dgm:pt modelId="{B237043A-49EC-477E-93E3-0EB966AB5981}" type="sibTrans" cxnId="{8A7BB669-19CA-4B9D-ADF8-7ABD95B3B716}">
      <dgm:prSet/>
      <dgm:spPr/>
      <dgm:t>
        <a:bodyPr/>
        <a:lstStyle/>
        <a:p>
          <a:endParaRPr lang="en-US"/>
        </a:p>
      </dgm:t>
    </dgm:pt>
    <dgm:pt modelId="{581EC080-3915-4336-BF17-8E3E60D77B42}">
      <dgm:prSet/>
      <dgm:spPr/>
      <dgm:t>
        <a:bodyPr/>
        <a:lstStyle/>
        <a:p>
          <a:r>
            <a:rPr lang="en-US" b="0" i="0" baseline="0" dirty="0" err="1"/>
            <a:t>BookingID</a:t>
          </a:r>
          <a:r>
            <a:rPr lang="en-US" b="0" i="0" baseline="0" dirty="0"/>
            <a:t> (PK), R_ID (FK), G_ID (FK), </a:t>
          </a:r>
          <a:r>
            <a:rPr lang="en-US" b="0" i="0" baseline="0" dirty="0" err="1"/>
            <a:t>CheckInDate</a:t>
          </a:r>
          <a:r>
            <a:rPr lang="en-US" b="0" i="0" baseline="0" dirty="0"/>
            <a:t>, </a:t>
          </a:r>
          <a:r>
            <a:rPr lang="en-US" b="0" i="0" baseline="0" dirty="0" err="1"/>
            <a:t>CheckOutDate</a:t>
          </a:r>
          <a:r>
            <a:rPr lang="en-US" b="0" i="0" baseline="0" dirty="0"/>
            <a:t>, </a:t>
          </a:r>
          <a:r>
            <a:rPr lang="en-US" b="0" i="0" baseline="0" dirty="0" err="1"/>
            <a:t>EmployeeID</a:t>
          </a:r>
          <a:r>
            <a:rPr lang="en-US" b="0" i="0" baseline="0" dirty="0"/>
            <a:t> (FK)</a:t>
          </a:r>
          <a:endParaRPr lang="en-US" dirty="0"/>
        </a:p>
      </dgm:t>
    </dgm:pt>
    <dgm:pt modelId="{A39F43BB-149F-4D63-969F-559F89AA0C20}" type="parTrans" cxnId="{F0F3C11C-345A-4820-88BC-B89213A5951B}">
      <dgm:prSet/>
      <dgm:spPr/>
      <dgm:t>
        <a:bodyPr/>
        <a:lstStyle/>
        <a:p>
          <a:endParaRPr lang="en-US"/>
        </a:p>
      </dgm:t>
    </dgm:pt>
    <dgm:pt modelId="{75FEC870-BA9F-467C-9534-14D102B3F5E7}" type="sibTrans" cxnId="{F0F3C11C-345A-4820-88BC-B89213A5951B}">
      <dgm:prSet/>
      <dgm:spPr/>
      <dgm:t>
        <a:bodyPr/>
        <a:lstStyle/>
        <a:p>
          <a:endParaRPr lang="en-US"/>
        </a:p>
      </dgm:t>
    </dgm:pt>
    <dgm:pt modelId="{2435F90D-7282-47CA-B5F0-D934CCA5609E}">
      <dgm:prSet/>
      <dgm:spPr/>
      <dgm:t>
        <a:bodyPr/>
        <a:lstStyle/>
        <a:p>
          <a:r>
            <a:rPr lang="en-US" b="1" i="0" baseline="0" dirty="0"/>
            <a:t>Employees</a:t>
          </a:r>
          <a:endParaRPr lang="en-US" dirty="0"/>
        </a:p>
      </dgm:t>
    </dgm:pt>
    <dgm:pt modelId="{B7FA70E7-0B91-48BF-8CEC-ED363CEAD084}" type="parTrans" cxnId="{F96BC588-0F69-4D5C-9C08-3F6D5AE5CFA0}">
      <dgm:prSet/>
      <dgm:spPr/>
      <dgm:t>
        <a:bodyPr/>
        <a:lstStyle/>
        <a:p>
          <a:endParaRPr lang="en-US"/>
        </a:p>
      </dgm:t>
    </dgm:pt>
    <dgm:pt modelId="{0E314D73-D9FD-4DA2-A033-C0AE89A069C7}" type="sibTrans" cxnId="{F96BC588-0F69-4D5C-9C08-3F6D5AE5CFA0}">
      <dgm:prSet/>
      <dgm:spPr/>
      <dgm:t>
        <a:bodyPr/>
        <a:lstStyle/>
        <a:p>
          <a:endParaRPr lang="en-US"/>
        </a:p>
      </dgm:t>
    </dgm:pt>
    <dgm:pt modelId="{802F525D-A260-4774-953C-D344511AF2FB}">
      <dgm:prSet/>
      <dgm:spPr/>
      <dgm:t>
        <a:bodyPr/>
        <a:lstStyle/>
        <a:p>
          <a:r>
            <a:rPr lang="en-US" b="0" i="0" baseline="0" dirty="0" err="1"/>
            <a:t>EmployeeID</a:t>
          </a:r>
          <a:r>
            <a:rPr lang="en-US" b="0" i="0" baseline="0" dirty="0"/>
            <a:t> (PK), Name, Role, Email, Phone</a:t>
          </a:r>
          <a:endParaRPr lang="en-US" dirty="0"/>
        </a:p>
      </dgm:t>
    </dgm:pt>
    <dgm:pt modelId="{91A29CB4-55FD-4B84-855B-7E214B37DFD2}" type="parTrans" cxnId="{64F1401C-C035-494B-AC78-A06A11E0D856}">
      <dgm:prSet/>
      <dgm:spPr/>
      <dgm:t>
        <a:bodyPr/>
        <a:lstStyle/>
        <a:p>
          <a:endParaRPr lang="en-US"/>
        </a:p>
      </dgm:t>
    </dgm:pt>
    <dgm:pt modelId="{BD203D5E-BDB0-4B95-A8E4-EE748E8AB525}" type="sibTrans" cxnId="{64F1401C-C035-494B-AC78-A06A11E0D856}">
      <dgm:prSet/>
      <dgm:spPr/>
      <dgm:t>
        <a:bodyPr/>
        <a:lstStyle/>
        <a:p>
          <a:endParaRPr lang="en-US"/>
        </a:p>
      </dgm:t>
    </dgm:pt>
    <dgm:pt modelId="{A303E995-AC40-470B-9459-0FD1559A6BCD}" type="pres">
      <dgm:prSet presAssocID="{B17F1D05-9F7E-4293-BC79-86339E6CF33C}" presName="vert0" presStyleCnt="0">
        <dgm:presLayoutVars>
          <dgm:dir/>
          <dgm:animOne val="branch"/>
          <dgm:animLvl val="lvl"/>
        </dgm:presLayoutVars>
      </dgm:prSet>
      <dgm:spPr/>
    </dgm:pt>
    <dgm:pt modelId="{BF71540A-A788-48FC-9C72-EF1C2F7D0A9D}" type="pres">
      <dgm:prSet presAssocID="{53166713-EC28-4B94-B6C4-42083938BDE7}" presName="thickLine" presStyleLbl="alignNode1" presStyleIdx="0" presStyleCnt="8"/>
      <dgm:spPr/>
    </dgm:pt>
    <dgm:pt modelId="{7BF06180-9A2F-4566-B1AC-7D8E1310A03B}" type="pres">
      <dgm:prSet presAssocID="{53166713-EC28-4B94-B6C4-42083938BDE7}" presName="horz1" presStyleCnt="0"/>
      <dgm:spPr/>
    </dgm:pt>
    <dgm:pt modelId="{5FADEE68-A938-49F3-94A2-04A97A8E1C9C}" type="pres">
      <dgm:prSet presAssocID="{53166713-EC28-4B94-B6C4-42083938BDE7}" presName="tx1" presStyleLbl="revTx" presStyleIdx="0" presStyleCnt="8"/>
      <dgm:spPr/>
    </dgm:pt>
    <dgm:pt modelId="{F4706908-3D06-4A30-9BB4-2A757670DD44}" type="pres">
      <dgm:prSet presAssocID="{53166713-EC28-4B94-B6C4-42083938BDE7}" presName="vert1" presStyleCnt="0"/>
      <dgm:spPr/>
    </dgm:pt>
    <dgm:pt modelId="{7198D8C8-1B6C-4C28-AC9E-A5A184DF7B88}" type="pres">
      <dgm:prSet presAssocID="{58C6B92F-A50F-4D39-8B9D-BBA75F588D44}" presName="thickLine" presStyleLbl="alignNode1" presStyleIdx="1" presStyleCnt="8"/>
      <dgm:spPr/>
    </dgm:pt>
    <dgm:pt modelId="{77D2AC27-40D5-4CF1-84DE-5FBF91FD9434}" type="pres">
      <dgm:prSet presAssocID="{58C6B92F-A50F-4D39-8B9D-BBA75F588D44}" presName="horz1" presStyleCnt="0"/>
      <dgm:spPr/>
    </dgm:pt>
    <dgm:pt modelId="{0CFA229D-FA2A-469A-9382-4B1AED9580EC}" type="pres">
      <dgm:prSet presAssocID="{58C6B92F-A50F-4D39-8B9D-BBA75F588D44}" presName="tx1" presStyleLbl="revTx" presStyleIdx="1" presStyleCnt="8"/>
      <dgm:spPr/>
    </dgm:pt>
    <dgm:pt modelId="{A233F24A-9CB6-47E1-866C-9A213DC3A32C}" type="pres">
      <dgm:prSet presAssocID="{58C6B92F-A50F-4D39-8B9D-BBA75F588D44}" presName="vert1" presStyleCnt="0"/>
      <dgm:spPr/>
    </dgm:pt>
    <dgm:pt modelId="{83D324CD-74FF-45B2-A79F-E51882E2609A}" type="pres">
      <dgm:prSet presAssocID="{86280255-698E-4430-B231-D356C5A90C8D}" presName="thickLine" presStyleLbl="alignNode1" presStyleIdx="2" presStyleCnt="8"/>
      <dgm:spPr/>
    </dgm:pt>
    <dgm:pt modelId="{DE10E8B9-1FCC-4C92-9631-2E2784BB64D3}" type="pres">
      <dgm:prSet presAssocID="{86280255-698E-4430-B231-D356C5A90C8D}" presName="horz1" presStyleCnt="0"/>
      <dgm:spPr/>
    </dgm:pt>
    <dgm:pt modelId="{381D7B47-18C0-4544-8A45-0B407FB190A9}" type="pres">
      <dgm:prSet presAssocID="{86280255-698E-4430-B231-D356C5A90C8D}" presName="tx1" presStyleLbl="revTx" presStyleIdx="2" presStyleCnt="8"/>
      <dgm:spPr/>
    </dgm:pt>
    <dgm:pt modelId="{D0921A75-53CC-47EA-81AB-C2F8FA02705F}" type="pres">
      <dgm:prSet presAssocID="{86280255-698E-4430-B231-D356C5A90C8D}" presName="vert1" presStyleCnt="0"/>
      <dgm:spPr/>
    </dgm:pt>
    <dgm:pt modelId="{297FF0A7-3E3A-416D-A497-49AD16A808FC}" type="pres">
      <dgm:prSet presAssocID="{A79709A7-26D8-4BE9-8E44-2AEDA3542C27}" presName="thickLine" presStyleLbl="alignNode1" presStyleIdx="3" presStyleCnt="8"/>
      <dgm:spPr/>
    </dgm:pt>
    <dgm:pt modelId="{295F5463-8220-43E8-8765-51FB074D0A78}" type="pres">
      <dgm:prSet presAssocID="{A79709A7-26D8-4BE9-8E44-2AEDA3542C27}" presName="horz1" presStyleCnt="0"/>
      <dgm:spPr/>
    </dgm:pt>
    <dgm:pt modelId="{D1EA727A-35CD-4C34-A3EB-5A2A129A9CD9}" type="pres">
      <dgm:prSet presAssocID="{A79709A7-26D8-4BE9-8E44-2AEDA3542C27}" presName="tx1" presStyleLbl="revTx" presStyleIdx="3" presStyleCnt="8"/>
      <dgm:spPr/>
    </dgm:pt>
    <dgm:pt modelId="{E23CDD87-96B1-4B64-8E15-2C609AFA11ED}" type="pres">
      <dgm:prSet presAssocID="{A79709A7-26D8-4BE9-8E44-2AEDA3542C27}" presName="vert1" presStyleCnt="0"/>
      <dgm:spPr/>
    </dgm:pt>
    <dgm:pt modelId="{5BD3A4C7-86FF-4067-A821-C1F76BF4CDA1}" type="pres">
      <dgm:prSet presAssocID="{78F8CB93-48E2-498F-A227-796E0C2D06E6}" presName="thickLine" presStyleLbl="alignNode1" presStyleIdx="4" presStyleCnt="8"/>
      <dgm:spPr/>
    </dgm:pt>
    <dgm:pt modelId="{C356AD52-7D3B-4175-8322-0DF2D97E5124}" type="pres">
      <dgm:prSet presAssocID="{78F8CB93-48E2-498F-A227-796E0C2D06E6}" presName="horz1" presStyleCnt="0"/>
      <dgm:spPr/>
    </dgm:pt>
    <dgm:pt modelId="{163FD31F-B297-4063-A97B-F0EE74B8DF66}" type="pres">
      <dgm:prSet presAssocID="{78F8CB93-48E2-498F-A227-796E0C2D06E6}" presName="tx1" presStyleLbl="revTx" presStyleIdx="4" presStyleCnt="8"/>
      <dgm:spPr/>
    </dgm:pt>
    <dgm:pt modelId="{3954891E-5602-4987-A51F-FA91A6403229}" type="pres">
      <dgm:prSet presAssocID="{78F8CB93-48E2-498F-A227-796E0C2D06E6}" presName="vert1" presStyleCnt="0"/>
      <dgm:spPr/>
    </dgm:pt>
    <dgm:pt modelId="{0C908E68-5747-43AD-96E2-9B1219D84D1F}" type="pres">
      <dgm:prSet presAssocID="{581EC080-3915-4336-BF17-8E3E60D77B42}" presName="thickLine" presStyleLbl="alignNode1" presStyleIdx="5" presStyleCnt="8"/>
      <dgm:spPr/>
    </dgm:pt>
    <dgm:pt modelId="{F0ED68C4-4B5B-4767-9865-FA49B4AB80B1}" type="pres">
      <dgm:prSet presAssocID="{581EC080-3915-4336-BF17-8E3E60D77B42}" presName="horz1" presStyleCnt="0"/>
      <dgm:spPr/>
    </dgm:pt>
    <dgm:pt modelId="{2B1A87E0-3185-4A41-844D-63775D6EECDC}" type="pres">
      <dgm:prSet presAssocID="{581EC080-3915-4336-BF17-8E3E60D77B42}" presName="tx1" presStyleLbl="revTx" presStyleIdx="5" presStyleCnt="8"/>
      <dgm:spPr/>
    </dgm:pt>
    <dgm:pt modelId="{4DCE4E43-316A-4A25-A798-B3C3615728AA}" type="pres">
      <dgm:prSet presAssocID="{581EC080-3915-4336-BF17-8E3E60D77B42}" presName="vert1" presStyleCnt="0"/>
      <dgm:spPr/>
    </dgm:pt>
    <dgm:pt modelId="{2F8D39B3-E1CC-4C27-88F9-390101BB40DE}" type="pres">
      <dgm:prSet presAssocID="{2435F90D-7282-47CA-B5F0-D934CCA5609E}" presName="thickLine" presStyleLbl="alignNode1" presStyleIdx="6" presStyleCnt="8"/>
      <dgm:spPr/>
    </dgm:pt>
    <dgm:pt modelId="{D34F5FBD-3B69-46D6-8DC2-6D1C608CD478}" type="pres">
      <dgm:prSet presAssocID="{2435F90D-7282-47CA-B5F0-D934CCA5609E}" presName="horz1" presStyleCnt="0"/>
      <dgm:spPr/>
    </dgm:pt>
    <dgm:pt modelId="{44655985-9A04-4025-B606-A33F05F929D2}" type="pres">
      <dgm:prSet presAssocID="{2435F90D-7282-47CA-B5F0-D934CCA5609E}" presName="tx1" presStyleLbl="revTx" presStyleIdx="6" presStyleCnt="8"/>
      <dgm:spPr/>
    </dgm:pt>
    <dgm:pt modelId="{4205C924-69C1-46F2-B840-892B2D5DCF7F}" type="pres">
      <dgm:prSet presAssocID="{2435F90D-7282-47CA-B5F0-D934CCA5609E}" presName="vert1" presStyleCnt="0"/>
      <dgm:spPr/>
    </dgm:pt>
    <dgm:pt modelId="{80FDCEA1-60F2-4542-8B8D-8771D9EB82C6}" type="pres">
      <dgm:prSet presAssocID="{802F525D-A260-4774-953C-D344511AF2FB}" presName="thickLine" presStyleLbl="alignNode1" presStyleIdx="7" presStyleCnt="8"/>
      <dgm:spPr/>
    </dgm:pt>
    <dgm:pt modelId="{84CA60BB-2976-4197-B35F-9DC4D92179CE}" type="pres">
      <dgm:prSet presAssocID="{802F525D-A260-4774-953C-D344511AF2FB}" presName="horz1" presStyleCnt="0"/>
      <dgm:spPr/>
    </dgm:pt>
    <dgm:pt modelId="{AFB8693A-170D-4DD6-882F-9D9FBD496552}" type="pres">
      <dgm:prSet presAssocID="{802F525D-A260-4774-953C-D344511AF2FB}" presName="tx1" presStyleLbl="revTx" presStyleIdx="7" presStyleCnt="8"/>
      <dgm:spPr/>
    </dgm:pt>
    <dgm:pt modelId="{ECC83AEF-BBA8-43D2-B1EE-06A6FD3A20D2}" type="pres">
      <dgm:prSet presAssocID="{802F525D-A260-4774-953C-D344511AF2FB}" presName="vert1" presStyleCnt="0"/>
      <dgm:spPr/>
    </dgm:pt>
  </dgm:ptLst>
  <dgm:cxnLst>
    <dgm:cxn modelId="{ABF4C718-4EB6-4E3F-96EB-D1D2044A7786}" type="presOf" srcId="{53166713-EC28-4B94-B6C4-42083938BDE7}" destId="{5FADEE68-A938-49F3-94A2-04A97A8E1C9C}" srcOrd="0" destOrd="0" presId="urn:microsoft.com/office/officeart/2008/layout/LinedList"/>
    <dgm:cxn modelId="{991B6319-19E2-458A-8E82-32FC516EE512}" srcId="{B17F1D05-9F7E-4293-BC79-86339E6CF33C}" destId="{53166713-EC28-4B94-B6C4-42083938BDE7}" srcOrd="0" destOrd="0" parTransId="{81EC2DF0-D822-40D7-A413-9B06DEA38448}" sibTransId="{D32FDA8C-A42A-4F8F-ADE8-3DAEFA6867C0}"/>
    <dgm:cxn modelId="{64F1401C-C035-494B-AC78-A06A11E0D856}" srcId="{B17F1D05-9F7E-4293-BC79-86339E6CF33C}" destId="{802F525D-A260-4774-953C-D344511AF2FB}" srcOrd="7" destOrd="0" parTransId="{91A29CB4-55FD-4B84-855B-7E214B37DFD2}" sibTransId="{BD203D5E-BDB0-4B95-A8E4-EE748E8AB525}"/>
    <dgm:cxn modelId="{F0F3C11C-345A-4820-88BC-B89213A5951B}" srcId="{B17F1D05-9F7E-4293-BC79-86339E6CF33C}" destId="{581EC080-3915-4336-BF17-8E3E60D77B42}" srcOrd="5" destOrd="0" parTransId="{A39F43BB-149F-4D63-969F-559F89AA0C20}" sibTransId="{75FEC870-BA9F-467C-9534-14D102B3F5E7}"/>
    <dgm:cxn modelId="{C7999B23-D847-42A7-9E64-65A7DA8375CE}" srcId="{B17F1D05-9F7E-4293-BC79-86339E6CF33C}" destId="{A79709A7-26D8-4BE9-8E44-2AEDA3542C27}" srcOrd="3" destOrd="0" parTransId="{21AEDF4F-0F33-4F29-8F48-E1A5863E588C}" sibTransId="{6CB2290B-16C3-41EE-A589-0700B95108DE}"/>
    <dgm:cxn modelId="{A863E825-07AC-43E4-9F5D-E4E706B19824}" type="presOf" srcId="{B17F1D05-9F7E-4293-BC79-86339E6CF33C}" destId="{A303E995-AC40-470B-9459-0FD1559A6BCD}" srcOrd="0" destOrd="0" presId="urn:microsoft.com/office/officeart/2008/layout/LinedList"/>
    <dgm:cxn modelId="{E11DE240-F633-471C-8454-587A56ACB729}" type="presOf" srcId="{A79709A7-26D8-4BE9-8E44-2AEDA3542C27}" destId="{D1EA727A-35CD-4C34-A3EB-5A2A129A9CD9}" srcOrd="0" destOrd="0" presId="urn:microsoft.com/office/officeart/2008/layout/LinedList"/>
    <dgm:cxn modelId="{319BAC65-C311-4E10-9FC4-26CD81EC9865}" type="presOf" srcId="{581EC080-3915-4336-BF17-8E3E60D77B42}" destId="{2B1A87E0-3185-4A41-844D-63775D6EECDC}" srcOrd="0" destOrd="0" presId="urn:microsoft.com/office/officeart/2008/layout/LinedList"/>
    <dgm:cxn modelId="{8A7BB669-19CA-4B9D-ADF8-7ABD95B3B716}" srcId="{B17F1D05-9F7E-4293-BC79-86339E6CF33C}" destId="{78F8CB93-48E2-498F-A227-796E0C2D06E6}" srcOrd="4" destOrd="0" parTransId="{649282EA-726A-48C0-84D1-57AEC037B00B}" sibTransId="{B237043A-49EC-477E-93E3-0EB966AB5981}"/>
    <dgm:cxn modelId="{6DB21F59-C3DE-4E74-AEFB-8178F3D834BE}" type="presOf" srcId="{2435F90D-7282-47CA-B5F0-D934CCA5609E}" destId="{44655985-9A04-4025-B606-A33F05F929D2}" srcOrd="0" destOrd="0" presId="urn:microsoft.com/office/officeart/2008/layout/LinedList"/>
    <dgm:cxn modelId="{F96BC588-0F69-4D5C-9C08-3F6D5AE5CFA0}" srcId="{B17F1D05-9F7E-4293-BC79-86339E6CF33C}" destId="{2435F90D-7282-47CA-B5F0-D934CCA5609E}" srcOrd="6" destOrd="0" parTransId="{B7FA70E7-0B91-48BF-8CEC-ED363CEAD084}" sibTransId="{0E314D73-D9FD-4DA2-A033-C0AE89A069C7}"/>
    <dgm:cxn modelId="{54822BA6-B1B1-463C-B928-EC368E49F3F6}" type="presOf" srcId="{58C6B92F-A50F-4D39-8B9D-BBA75F588D44}" destId="{0CFA229D-FA2A-469A-9382-4B1AED9580EC}" srcOrd="0" destOrd="0" presId="urn:microsoft.com/office/officeart/2008/layout/LinedList"/>
    <dgm:cxn modelId="{22666FC2-2DAA-4DBB-A8B2-F22CDD5E699F}" srcId="{B17F1D05-9F7E-4293-BC79-86339E6CF33C}" destId="{86280255-698E-4430-B231-D356C5A90C8D}" srcOrd="2" destOrd="0" parTransId="{CBA5AD84-AA91-4548-9E00-1DD005D4B9BB}" sibTransId="{7F020F13-E7E1-4479-9AC2-FE3D3FF061D9}"/>
    <dgm:cxn modelId="{9E92ABD6-6BB0-44DD-B401-B4D1242E4D77}" type="presOf" srcId="{78F8CB93-48E2-498F-A227-796E0C2D06E6}" destId="{163FD31F-B297-4063-A97B-F0EE74B8DF66}" srcOrd="0" destOrd="0" presId="urn:microsoft.com/office/officeart/2008/layout/LinedList"/>
    <dgm:cxn modelId="{3D98C5E5-F16C-4FE4-A751-A2923449F75C}" type="presOf" srcId="{802F525D-A260-4774-953C-D344511AF2FB}" destId="{AFB8693A-170D-4DD6-882F-9D9FBD496552}" srcOrd="0" destOrd="0" presId="urn:microsoft.com/office/officeart/2008/layout/LinedList"/>
    <dgm:cxn modelId="{3793D6F7-59F7-454F-841F-58620478352D}" srcId="{B17F1D05-9F7E-4293-BC79-86339E6CF33C}" destId="{58C6B92F-A50F-4D39-8B9D-BBA75F588D44}" srcOrd="1" destOrd="0" parTransId="{79117C39-7ABB-4FF4-9C95-77EC6590243F}" sibTransId="{01A6B453-0CF8-41F5-9800-8F520E44CFEB}"/>
    <dgm:cxn modelId="{15F3FEFB-4A08-48F4-B406-01C3309EACAF}" type="presOf" srcId="{86280255-698E-4430-B231-D356C5A90C8D}" destId="{381D7B47-18C0-4544-8A45-0B407FB190A9}" srcOrd="0" destOrd="0" presId="urn:microsoft.com/office/officeart/2008/layout/LinedList"/>
    <dgm:cxn modelId="{FF03822B-56E7-4543-ABA1-7787A1DA7860}" type="presParOf" srcId="{A303E995-AC40-470B-9459-0FD1559A6BCD}" destId="{BF71540A-A788-48FC-9C72-EF1C2F7D0A9D}" srcOrd="0" destOrd="0" presId="urn:microsoft.com/office/officeart/2008/layout/LinedList"/>
    <dgm:cxn modelId="{B7F3458E-4D10-4095-AE72-8A137558C068}" type="presParOf" srcId="{A303E995-AC40-470B-9459-0FD1559A6BCD}" destId="{7BF06180-9A2F-4566-B1AC-7D8E1310A03B}" srcOrd="1" destOrd="0" presId="urn:microsoft.com/office/officeart/2008/layout/LinedList"/>
    <dgm:cxn modelId="{8A8F7693-0D98-49EB-9E17-5543BB0379F6}" type="presParOf" srcId="{7BF06180-9A2F-4566-B1AC-7D8E1310A03B}" destId="{5FADEE68-A938-49F3-94A2-04A97A8E1C9C}" srcOrd="0" destOrd="0" presId="urn:microsoft.com/office/officeart/2008/layout/LinedList"/>
    <dgm:cxn modelId="{4D7EF545-EB6E-4177-B399-830D6DC47C90}" type="presParOf" srcId="{7BF06180-9A2F-4566-B1AC-7D8E1310A03B}" destId="{F4706908-3D06-4A30-9BB4-2A757670DD44}" srcOrd="1" destOrd="0" presId="urn:microsoft.com/office/officeart/2008/layout/LinedList"/>
    <dgm:cxn modelId="{F483A727-7A7B-4126-8925-75AC737DE076}" type="presParOf" srcId="{A303E995-AC40-470B-9459-0FD1559A6BCD}" destId="{7198D8C8-1B6C-4C28-AC9E-A5A184DF7B88}" srcOrd="2" destOrd="0" presId="urn:microsoft.com/office/officeart/2008/layout/LinedList"/>
    <dgm:cxn modelId="{29ABC74D-651C-4F26-B592-33E225D87A64}" type="presParOf" srcId="{A303E995-AC40-470B-9459-0FD1559A6BCD}" destId="{77D2AC27-40D5-4CF1-84DE-5FBF91FD9434}" srcOrd="3" destOrd="0" presId="urn:microsoft.com/office/officeart/2008/layout/LinedList"/>
    <dgm:cxn modelId="{0242E0E7-45CC-4092-B513-DF0DFC008F8E}" type="presParOf" srcId="{77D2AC27-40D5-4CF1-84DE-5FBF91FD9434}" destId="{0CFA229D-FA2A-469A-9382-4B1AED9580EC}" srcOrd="0" destOrd="0" presId="urn:microsoft.com/office/officeart/2008/layout/LinedList"/>
    <dgm:cxn modelId="{E17F8186-5171-4AF9-A553-0F54C20563A3}" type="presParOf" srcId="{77D2AC27-40D5-4CF1-84DE-5FBF91FD9434}" destId="{A233F24A-9CB6-47E1-866C-9A213DC3A32C}" srcOrd="1" destOrd="0" presId="urn:microsoft.com/office/officeart/2008/layout/LinedList"/>
    <dgm:cxn modelId="{C108F4D9-90D4-436B-87A6-7E0C8047E47A}" type="presParOf" srcId="{A303E995-AC40-470B-9459-0FD1559A6BCD}" destId="{83D324CD-74FF-45B2-A79F-E51882E2609A}" srcOrd="4" destOrd="0" presId="urn:microsoft.com/office/officeart/2008/layout/LinedList"/>
    <dgm:cxn modelId="{7FD75BA2-FD0E-4EFF-B995-616552B61163}" type="presParOf" srcId="{A303E995-AC40-470B-9459-0FD1559A6BCD}" destId="{DE10E8B9-1FCC-4C92-9631-2E2784BB64D3}" srcOrd="5" destOrd="0" presId="urn:microsoft.com/office/officeart/2008/layout/LinedList"/>
    <dgm:cxn modelId="{2D4E6162-CA05-4F3C-8F11-8E43A40D50E9}" type="presParOf" srcId="{DE10E8B9-1FCC-4C92-9631-2E2784BB64D3}" destId="{381D7B47-18C0-4544-8A45-0B407FB190A9}" srcOrd="0" destOrd="0" presId="urn:microsoft.com/office/officeart/2008/layout/LinedList"/>
    <dgm:cxn modelId="{157FA7DC-7E89-4876-BDF1-4AB8A250E99E}" type="presParOf" srcId="{DE10E8B9-1FCC-4C92-9631-2E2784BB64D3}" destId="{D0921A75-53CC-47EA-81AB-C2F8FA02705F}" srcOrd="1" destOrd="0" presId="urn:microsoft.com/office/officeart/2008/layout/LinedList"/>
    <dgm:cxn modelId="{26E8835F-A073-424E-AE35-D5CB76CB5570}" type="presParOf" srcId="{A303E995-AC40-470B-9459-0FD1559A6BCD}" destId="{297FF0A7-3E3A-416D-A497-49AD16A808FC}" srcOrd="6" destOrd="0" presId="urn:microsoft.com/office/officeart/2008/layout/LinedList"/>
    <dgm:cxn modelId="{A65719EE-DFD3-47AE-A275-E0330277767E}" type="presParOf" srcId="{A303E995-AC40-470B-9459-0FD1559A6BCD}" destId="{295F5463-8220-43E8-8765-51FB074D0A78}" srcOrd="7" destOrd="0" presId="urn:microsoft.com/office/officeart/2008/layout/LinedList"/>
    <dgm:cxn modelId="{5CE0D951-82BF-45FA-A690-AD212CE4EF1B}" type="presParOf" srcId="{295F5463-8220-43E8-8765-51FB074D0A78}" destId="{D1EA727A-35CD-4C34-A3EB-5A2A129A9CD9}" srcOrd="0" destOrd="0" presId="urn:microsoft.com/office/officeart/2008/layout/LinedList"/>
    <dgm:cxn modelId="{C5E2FD7C-DDB5-4A4C-912B-387B85AE90A1}" type="presParOf" srcId="{295F5463-8220-43E8-8765-51FB074D0A78}" destId="{E23CDD87-96B1-4B64-8E15-2C609AFA11ED}" srcOrd="1" destOrd="0" presId="urn:microsoft.com/office/officeart/2008/layout/LinedList"/>
    <dgm:cxn modelId="{9796956A-717B-4DE7-8152-F3D8C970E7DE}" type="presParOf" srcId="{A303E995-AC40-470B-9459-0FD1559A6BCD}" destId="{5BD3A4C7-86FF-4067-A821-C1F76BF4CDA1}" srcOrd="8" destOrd="0" presId="urn:microsoft.com/office/officeart/2008/layout/LinedList"/>
    <dgm:cxn modelId="{B8D410CA-97BB-4997-96DF-5C5E1F35B460}" type="presParOf" srcId="{A303E995-AC40-470B-9459-0FD1559A6BCD}" destId="{C356AD52-7D3B-4175-8322-0DF2D97E5124}" srcOrd="9" destOrd="0" presId="urn:microsoft.com/office/officeart/2008/layout/LinedList"/>
    <dgm:cxn modelId="{D4DC7E2D-0A13-46E1-9125-C5E443BB446E}" type="presParOf" srcId="{C356AD52-7D3B-4175-8322-0DF2D97E5124}" destId="{163FD31F-B297-4063-A97B-F0EE74B8DF66}" srcOrd="0" destOrd="0" presId="urn:microsoft.com/office/officeart/2008/layout/LinedList"/>
    <dgm:cxn modelId="{D26AA197-5FF2-4F47-A474-CEBDD1157951}" type="presParOf" srcId="{C356AD52-7D3B-4175-8322-0DF2D97E5124}" destId="{3954891E-5602-4987-A51F-FA91A6403229}" srcOrd="1" destOrd="0" presId="urn:microsoft.com/office/officeart/2008/layout/LinedList"/>
    <dgm:cxn modelId="{56D633AA-047E-4F04-8268-F494E36AB229}" type="presParOf" srcId="{A303E995-AC40-470B-9459-0FD1559A6BCD}" destId="{0C908E68-5747-43AD-96E2-9B1219D84D1F}" srcOrd="10" destOrd="0" presId="urn:microsoft.com/office/officeart/2008/layout/LinedList"/>
    <dgm:cxn modelId="{968D40E5-B0B9-44B6-AC5F-1483A871B71B}" type="presParOf" srcId="{A303E995-AC40-470B-9459-0FD1559A6BCD}" destId="{F0ED68C4-4B5B-4767-9865-FA49B4AB80B1}" srcOrd="11" destOrd="0" presId="urn:microsoft.com/office/officeart/2008/layout/LinedList"/>
    <dgm:cxn modelId="{48032C3D-5467-402F-B8DA-98AF603B8103}" type="presParOf" srcId="{F0ED68C4-4B5B-4767-9865-FA49B4AB80B1}" destId="{2B1A87E0-3185-4A41-844D-63775D6EECDC}" srcOrd="0" destOrd="0" presId="urn:microsoft.com/office/officeart/2008/layout/LinedList"/>
    <dgm:cxn modelId="{1A239AEB-ADF8-49E8-BC0D-A36ED5890FF4}" type="presParOf" srcId="{F0ED68C4-4B5B-4767-9865-FA49B4AB80B1}" destId="{4DCE4E43-316A-4A25-A798-B3C3615728AA}" srcOrd="1" destOrd="0" presId="urn:microsoft.com/office/officeart/2008/layout/LinedList"/>
    <dgm:cxn modelId="{89CC985C-83F6-4FFB-B7EE-D3F306108256}" type="presParOf" srcId="{A303E995-AC40-470B-9459-0FD1559A6BCD}" destId="{2F8D39B3-E1CC-4C27-88F9-390101BB40DE}" srcOrd="12" destOrd="0" presId="urn:microsoft.com/office/officeart/2008/layout/LinedList"/>
    <dgm:cxn modelId="{0EC8B614-55D9-47BB-AF00-21D6EFE51D95}" type="presParOf" srcId="{A303E995-AC40-470B-9459-0FD1559A6BCD}" destId="{D34F5FBD-3B69-46D6-8DC2-6D1C608CD478}" srcOrd="13" destOrd="0" presId="urn:microsoft.com/office/officeart/2008/layout/LinedList"/>
    <dgm:cxn modelId="{3878539E-2CDA-4793-A686-5E300B8154AA}" type="presParOf" srcId="{D34F5FBD-3B69-46D6-8DC2-6D1C608CD478}" destId="{44655985-9A04-4025-B606-A33F05F929D2}" srcOrd="0" destOrd="0" presId="urn:microsoft.com/office/officeart/2008/layout/LinedList"/>
    <dgm:cxn modelId="{7D7825A0-D6F7-404A-9BDD-B8C968465987}" type="presParOf" srcId="{D34F5FBD-3B69-46D6-8DC2-6D1C608CD478}" destId="{4205C924-69C1-46F2-B840-892B2D5DCF7F}" srcOrd="1" destOrd="0" presId="urn:microsoft.com/office/officeart/2008/layout/LinedList"/>
    <dgm:cxn modelId="{417A2288-121C-4A87-8C38-54987734E3B9}" type="presParOf" srcId="{A303E995-AC40-470B-9459-0FD1559A6BCD}" destId="{80FDCEA1-60F2-4542-8B8D-8771D9EB82C6}" srcOrd="14" destOrd="0" presId="urn:microsoft.com/office/officeart/2008/layout/LinedList"/>
    <dgm:cxn modelId="{8C34DF6C-727F-4550-BA08-5E46CC9192F7}" type="presParOf" srcId="{A303E995-AC40-470B-9459-0FD1559A6BCD}" destId="{84CA60BB-2976-4197-B35F-9DC4D92179CE}" srcOrd="15" destOrd="0" presId="urn:microsoft.com/office/officeart/2008/layout/LinedList"/>
    <dgm:cxn modelId="{441D1CDE-6DE2-4EDF-8FC9-DB35CF0278A2}" type="presParOf" srcId="{84CA60BB-2976-4197-B35F-9DC4D92179CE}" destId="{AFB8693A-170D-4DD6-882F-9D9FBD496552}" srcOrd="0" destOrd="0" presId="urn:microsoft.com/office/officeart/2008/layout/LinedList"/>
    <dgm:cxn modelId="{3D5EE02F-CE41-4604-8862-6A45EF6CCEB4}" type="presParOf" srcId="{84CA60BB-2976-4197-B35F-9DC4D92179CE}" destId="{ECC83AEF-BBA8-43D2-B1EE-06A6FD3A20D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4532FC-C415-4898-BA15-39CA4F59EF5A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9EB26F-88D8-4DC9-A81A-ECB4E1FC59FC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19BF5-FA58-4C08-87DF-DE85482F4CA2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Centralized Management</a:t>
          </a:r>
          <a:r>
            <a:rPr lang="en-US" sz="2200" b="0" i="0" kern="1200" baseline="0" dirty="0"/>
            <a:t> of rooms, guests, bookings and staff</a:t>
          </a:r>
          <a:endParaRPr lang="en-US" sz="2200" kern="1200" dirty="0"/>
        </a:p>
      </dsp:txBody>
      <dsp:txXfrm>
        <a:off x="1405898" y="2401"/>
        <a:ext cx="5543541" cy="1217228"/>
      </dsp:txXfrm>
    </dsp:sp>
    <dsp:sp modelId="{B0887F9C-5C4F-4578-8BC9-6EA69E8DBBB8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275F2F-1AFE-44C9-B70C-21D501D7490D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48CFB0-2AF9-45B1-82CC-0D2321A90901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Streamline Operations</a:t>
          </a:r>
          <a:r>
            <a:rPr lang="en-US" sz="2200" b="0" i="0" kern="1200" baseline="0" dirty="0"/>
            <a:t> to reduce manual errors and paperwork</a:t>
          </a:r>
          <a:endParaRPr lang="en-US" sz="2200" kern="1200" dirty="0"/>
        </a:p>
      </dsp:txBody>
      <dsp:txXfrm>
        <a:off x="1405898" y="1523937"/>
        <a:ext cx="5543541" cy="1217228"/>
      </dsp:txXfrm>
    </dsp:sp>
    <dsp:sp modelId="{6E94CC07-91C0-466A-BC0E-4AAA2C9614EA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CAF381-CBE1-4DDA-93EC-327E561B61B0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E85F8-7DC7-444F-9DCF-04CDBAB81DB4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Real-Time Visibility</a:t>
          </a:r>
          <a:r>
            <a:rPr lang="en-US" sz="2200" b="0" i="0" kern="1200" baseline="0" dirty="0"/>
            <a:t> of room availability and occupancy</a:t>
          </a:r>
          <a:endParaRPr lang="en-US" sz="2200" kern="1200" dirty="0"/>
        </a:p>
      </dsp:txBody>
      <dsp:txXfrm>
        <a:off x="1405898" y="3045472"/>
        <a:ext cx="5543541" cy="1217228"/>
      </dsp:txXfrm>
    </dsp:sp>
    <dsp:sp modelId="{DDA352B8-9708-44E6-B827-B6295EFEF9BF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29D00D-DF64-4015-B721-22C16A088488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5BC7C-E729-42DB-AD04-4BCD3AB881B1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Data-Driven Decisions</a:t>
          </a:r>
          <a:r>
            <a:rPr lang="en-US" sz="2200" b="0" i="0" kern="1200" baseline="0" dirty="0"/>
            <a:t> through automated reporting</a:t>
          </a:r>
          <a:endParaRPr lang="en-US" sz="2200" kern="1200" dirty="0"/>
        </a:p>
      </dsp:txBody>
      <dsp:txXfrm>
        <a:off x="1405898" y="4567007"/>
        <a:ext cx="5543541" cy="1217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BAB083-D197-4A12-8ABA-DF65C3967CC7}">
      <dsp:nvSpPr>
        <dsp:cNvPr id="0" name=""/>
        <dsp:cNvSpPr/>
      </dsp:nvSpPr>
      <dsp:spPr>
        <a:xfrm>
          <a:off x="1507240" y="2200"/>
          <a:ext cx="6028962" cy="113981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89512" rIns="116979" bIns="28951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Insert new rooms, guests, booking records, and employee records.</a:t>
          </a:r>
        </a:p>
      </dsp:txBody>
      <dsp:txXfrm>
        <a:off x="1507240" y="2200"/>
        <a:ext cx="6028962" cy="1139811"/>
      </dsp:txXfrm>
    </dsp:sp>
    <dsp:sp modelId="{3B54A30B-1F2E-433B-9C89-A297A162EA85}">
      <dsp:nvSpPr>
        <dsp:cNvPr id="0" name=""/>
        <dsp:cNvSpPr/>
      </dsp:nvSpPr>
      <dsp:spPr>
        <a:xfrm>
          <a:off x="0" y="2200"/>
          <a:ext cx="1507240" cy="113981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112588" rIns="79758" bIns="1125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Insert</a:t>
          </a:r>
        </a:p>
      </dsp:txBody>
      <dsp:txXfrm>
        <a:off x="0" y="2200"/>
        <a:ext cx="1507240" cy="1139811"/>
      </dsp:txXfrm>
    </dsp:sp>
    <dsp:sp modelId="{C6755AD7-2707-4F4F-9E91-74F44B742F40}">
      <dsp:nvSpPr>
        <dsp:cNvPr id="0" name=""/>
        <dsp:cNvSpPr/>
      </dsp:nvSpPr>
      <dsp:spPr>
        <a:xfrm>
          <a:off x="1507240" y="1210400"/>
          <a:ext cx="6028962" cy="1139811"/>
        </a:xfrm>
        <a:prstGeom prst="rect">
          <a:avLst/>
        </a:prstGeom>
        <a:solidFill>
          <a:schemeClr val="accent5">
            <a:tint val="40000"/>
            <a:alpha val="90000"/>
            <a:hueOff val="2968394"/>
            <a:satOff val="-2748"/>
            <a:lumOff val="-39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2968394"/>
              <a:satOff val="-2748"/>
              <a:lumOff val="-3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89512" rIns="116979" bIns="28951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Update room details, guest information, booking dates, and employee information.</a:t>
          </a:r>
        </a:p>
      </dsp:txBody>
      <dsp:txXfrm>
        <a:off x="1507240" y="1210400"/>
        <a:ext cx="6028962" cy="1139811"/>
      </dsp:txXfrm>
    </dsp:sp>
    <dsp:sp modelId="{2A8A33F8-A568-4A7D-84DA-68E070A173F2}">
      <dsp:nvSpPr>
        <dsp:cNvPr id="0" name=""/>
        <dsp:cNvSpPr/>
      </dsp:nvSpPr>
      <dsp:spPr>
        <a:xfrm>
          <a:off x="0" y="1210400"/>
          <a:ext cx="1507240" cy="1139811"/>
        </a:xfrm>
        <a:prstGeom prst="rect">
          <a:avLst/>
        </a:prstGeom>
        <a:solidFill>
          <a:schemeClr val="accent5">
            <a:hueOff val="3038109"/>
            <a:satOff val="-1368"/>
            <a:lumOff val="-1699"/>
            <a:alphaOff val="0"/>
          </a:schemeClr>
        </a:solidFill>
        <a:ln w="12700" cap="flat" cmpd="sng" algn="ctr">
          <a:solidFill>
            <a:schemeClr val="accent5">
              <a:hueOff val="3038109"/>
              <a:satOff val="-1368"/>
              <a:lumOff val="-16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112588" rIns="79758" bIns="1125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Update</a:t>
          </a:r>
        </a:p>
      </dsp:txBody>
      <dsp:txXfrm>
        <a:off x="0" y="1210400"/>
        <a:ext cx="1507240" cy="1139811"/>
      </dsp:txXfrm>
    </dsp:sp>
    <dsp:sp modelId="{5A9E23BD-BF7D-40D6-A805-EB40D5B0BBF8}">
      <dsp:nvSpPr>
        <dsp:cNvPr id="0" name=""/>
        <dsp:cNvSpPr/>
      </dsp:nvSpPr>
      <dsp:spPr>
        <a:xfrm>
          <a:off x="1507240" y="2418601"/>
          <a:ext cx="6028962" cy="1139811"/>
        </a:xfrm>
        <a:prstGeom prst="rect">
          <a:avLst/>
        </a:prstGeom>
        <a:solidFill>
          <a:schemeClr val="accent5">
            <a:tint val="40000"/>
            <a:alpha val="90000"/>
            <a:hueOff val="5936787"/>
            <a:satOff val="-5496"/>
            <a:lumOff val="-79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5936787"/>
              <a:satOff val="-5496"/>
              <a:lumOff val="-79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89512" rIns="116979" bIns="28951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Delete records for rooms no longer available, guests who checked out, canceled bookings, or employees who have left the hotel.</a:t>
          </a:r>
        </a:p>
      </dsp:txBody>
      <dsp:txXfrm>
        <a:off x="1507240" y="2418601"/>
        <a:ext cx="6028962" cy="1139811"/>
      </dsp:txXfrm>
    </dsp:sp>
    <dsp:sp modelId="{B718D6E0-D1CB-46CF-8B2B-3D46A71AAFF9}">
      <dsp:nvSpPr>
        <dsp:cNvPr id="0" name=""/>
        <dsp:cNvSpPr/>
      </dsp:nvSpPr>
      <dsp:spPr>
        <a:xfrm>
          <a:off x="0" y="2418601"/>
          <a:ext cx="1507240" cy="1139811"/>
        </a:xfrm>
        <a:prstGeom prst="rect">
          <a:avLst/>
        </a:prstGeom>
        <a:solidFill>
          <a:schemeClr val="accent5">
            <a:hueOff val="6076219"/>
            <a:satOff val="-2736"/>
            <a:lumOff val="-3398"/>
            <a:alphaOff val="0"/>
          </a:schemeClr>
        </a:solidFill>
        <a:ln w="12700" cap="flat" cmpd="sng" algn="ctr">
          <a:solidFill>
            <a:schemeClr val="accent5">
              <a:hueOff val="6076219"/>
              <a:satOff val="-2736"/>
              <a:lumOff val="-33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112588" rIns="79758" bIns="1125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Delete</a:t>
          </a:r>
        </a:p>
      </dsp:txBody>
      <dsp:txXfrm>
        <a:off x="0" y="2418601"/>
        <a:ext cx="1507240" cy="1139811"/>
      </dsp:txXfrm>
    </dsp:sp>
    <dsp:sp modelId="{0760C0A1-AC09-4C42-941A-1FB8A4F32011}">
      <dsp:nvSpPr>
        <dsp:cNvPr id="0" name=""/>
        <dsp:cNvSpPr/>
      </dsp:nvSpPr>
      <dsp:spPr>
        <a:xfrm>
          <a:off x="1507240" y="3626801"/>
          <a:ext cx="6028962" cy="1139811"/>
        </a:xfrm>
        <a:prstGeom prst="rect">
          <a:avLst/>
        </a:prstGeom>
        <a:solidFill>
          <a:schemeClr val="accent5">
            <a:tint val="40000"/>
            <a:alpha val="90000"/>
            <a:hueOff val="8905181"/>
            <a:satOff val="-8244"/>
            <a:lumOff val="-118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8905181"/>
              <a:satOff val="-8244"/>
              <a:lumOff val="-11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979" tIns="289512" rIns="116979" bIns="28951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Query available rooms, guest booking history, current occupancy status, and employee details.</a:t>
          </a:r>
        </a:p>
      </dsp:txBody>
      <dsp:txXfrm>
        <a:off x="1507240" y="3626801"/>
        <a:ext cx="6028962" cy="1139811"/>
      </dsp:txXfrm>
    </dsp:sp>
    <dsp:sp modelId="{A69CB79E-D546-43C0-885F-3732EFF67070}">
      <dsp:nvSpPr>
        <dsp:cNvPr id="0" name=""/>
        <dsp:cNvSpPr/>
      </dsp:nvSpPr>
      <dsp:spPr>
        <a:xfrm>
          <a:off x="0" y="3626801"/>
          <a:ext cx="1507240" cy="1139811"/>
        </a:xfrm>
        <a:prstGeom prst="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accent5">
              <a:hueOff val="9114327"/>
              <a:satOff val="-4104"/>
              <a:lumOff val="-50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758" tIns="112588" rIns="79758" bIns="1125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Query</a:t>
          </a:r>
        </a:p>
      </dsp:txBody>
      <dsp:txXfrm>
        <a:off x="0" y="3626801"/>
        <a:ext cx="1507240" cy="11398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71540A-A788-48FC-9C72-EF1C2F7D0A9D}">
      <dsp:nvSpPr>
        <dsp:cNvPr id="0" name=""/>
        <dsp:cNvSpPr/>
      </dsp:nvSpPr>
      <dsp:spPr>
        <a:xfrm>
          <a:off x="0" y="0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DEE68-A938-49F3-94A2-04A97A8E1C9C}">
      <dsp:nvSpPr>
        <dsp:cNvPr id="0" name=""/>
        <dsp:cNvSpPr/>
      </dsp:nvSpPr>
      <dsp:spPr>
        <a:xfrm>
          <a:off x="0" y="0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Rooms</a:t>
          </a:r>
          <a:endParaRPr lang="en-US" sz="2100" kern="1200"/>
        </a:p>
      </dsp:txBody>
      <dsp:txXfrm>
        <a:off x="0" y="0"/>
        <a:ext cx="10653579" cy="574228"/>
      </dsp:txXfrm>
    </dsp:sp>
    <dsp:sp modelId="{7198D8C8-1B6C-4C28-AC9E-A5A184DF7B88}">
      <dsp:nvSpPr>
        <dsp:cNvPr id="0" name=""/>
        <dsp:cNvSpPr/>
      </dsp:nvSpPr>
      <dsp:spPr>
        <a:xfrm>
          <a:off x="0" y="574228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A229D-FA2A-469A-9382-4B1AED9580EC}">
      <dsp:nvSpPr>
        <dsp:cNvPr id="0" name=""/>
        <dsp:cNvSpPr/>
      </dsp:nvSpPr>
      <dsp:spPr>
        <a:xfrm>
          <a:off x="0" y="574228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 err="1"/>
            <a:t>RoomID</a:t>
          </a:r>
          <a:r>
            <a:rPr lang="en-US" sz="2100" b="0" i="0" kern="1200" baseline="0" dirty="0"/>
            <a:t> (PK), </a:t>
          </a:r>
          <a:r>
            <a:rPr lang="en-US" sz="2100" b="0" i="0" kern="1200" baseline="0" dirty="0" err="1"/>
            <a:t>RoomType</a:t>
          </a:r>
          <a:r>
            <a:rPr lang="en-US" sz="2100" b="0" i="0" kern="1200" baseline="0" dirty="0"/>
            <a:t>, </a:t>
          </a:r>
          <a:r>
            <a:rPr lang="en-US" sz="2100" b="0" i="0" kern="1200" baseline="0" dirty="0" err="1"/>
            <a:t>PricePerNight</a:t>
          </a:r>
          <a:r>
            <a:rPr lang="en-US" sz="2100" b="0" i="0" kern="1200" baseline="0" dirty="0"/>
            <a:t>, Availability</a:t>
          </a:r>
          <a:endParaRPr lang="en-US" sz="2100" kern="1200" dirty="0"/>
        </a:p>
      </dsp:txBody>
      <dsp:txXfrm>
        <a:off x="0" y="574228"/>
        <a:ext cx="10653579" cy="574228"/>
      </dsp:txXfrm>
    </dsp:sp>
    <dsp:sp modelId="{83D324CD-74FF-45B2-A79F-E51882E2609A}">
      <dsp:nvSpPr>
        <dsp:cNvPr id="0" name=""/>
        <dsp:cNvSpPr/>
      </dsp:nvSpPr>
      <dsp:spPr>
        <a:xfrm>
          <a:off x="0" y="1148457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D7B47-18C0-4544-8A45-0B407FB190A9}">
      <dsp:nvSpPr>
        <dsp:cNvPr id="0" name=""/>
        <dsp:cNvSpPr/>
      </dsp:nvSpPr>
      <dsp:spPr>
        <a:xfrm>
          <a:off x="0" y="1148457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Guests</a:t>
          </a:r>
          <a:endParaRPr lang="en-US" sz="2100" kern="1200"/>
        </a:p>
      </dsp:txBody>
      <dsp:txXfrm>
        <a:off x="0" y="1148457"/>
        <a:ext cx="10653579" cy="574228"/>
      </dsp:txXfrm>
    </dsp:sp>
    <dsp:sp modelId="{297FF0A7-3E3A-416D-A497-49AD16A808FC}">
      <dsp:nvSpPr>
        <dsp:cNvPr id="0" name=""/>
        <dsp:cNvSpPr/>
      </dsp:nvSpPr>
      <dsp:spPr>
        <a:xfrm>
          <a:off x="0" y="1722685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A727A-35CD-4C34-A3EB-5A2A129A9CD9}">
      <dsp:nvSpPr>
        <dsp:cNvPr id="0" name=""/>
        <dsp:cNvSpPr/>
      </dsp:nvSpPr>
      <dsp:spPr>
        <a:xfrm>
          <a:off x="0" y="1722685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 err="1"/>
            <a:t>GuestID</a:t>
          </a:r>
          <a:r>
            <a:rPr lang="en-US" sz="2100" b="0" i="0" kern="1200" baseline="0" dirty="0"/>
            <a:t> (PK), Name, Email, Phone</a:t>
          </a:r>
          <a:endParaRPr lang="en-US" sz="2100" kern="1200" dirty="0"/>
        </a:p>
      </dsp:txBody>
      <dsp:txXfrm>
        <a:off x="0" y="1722685"/>
        <a:ext cx="10653579" cy="574228"/>
      </dsp:txXfrm>
    </dsp:sp>
    <dsp:sp modelId="{5BD3A4C7-86FF-4067-A821-C1F76BF4CDA1}">
      <dsp:nvSpPr>
        <dsp:cNvPr id="0" name=""/>
        <dsp:cNvSpPr/>
      </dsp:nvSpPr>
      <dsp:spPr>
        <a:xfrm>
          <a:off x="0" y="2296914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3FD31F-B297-4063-A97B-F0EE74B8DF66}">
      <dsp:nvSpPr>
        <dsp:cNvPr id="0" name=""/>
        <dsp:cNvSpPr/>
      </dsp:nvSpPr>
      <dsp:spPr>
        <a:xfrm>
          <a:off x="0" y="2296914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Bookings</a:t>
          </a:r>
          <a:endParaRPr lang="en-US" sz="2100" kern="1200"/>
        </a:p>
      </dsp:txBody>
      <dsp:txXfrm>
        <a:off x="0" y="2296914"/>
        <a:ext cx="10653579" cy="574228"/>
      </dsp:txXfrm>
    </dsp:sp>
    <dsp:sp modelId="{0C908E68-5747-43AD-96E2-9B1219D84D1F}">
      <dsp:nvSpPr>
        <dsp:cNvPr id="0" name=""/>
        <dsp:cNvSpPr/>
      </dsp:nvSpPr>
      <dsp:spPr>
        <a:xfrm>
          <a:off x="0" y="2871142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A87E0-3185-4A41-844D-63775D6EECDC}">
      <dsp:nvSpPr>
        <dsp:cNvPr id="0" name=""/>
        <dsp:cNvSpPr/>
      </dsp:nvSpPr>
      <dsp:spPr>
        <a:xfrm>
          <a:off x="0" y="2871142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 err="1"/>
            <a:t>BookingID</a:t>
          </a:r>
          <a:r>
            <a:rPr lang="en-US" sz="2100" b="0" i="0" kern="1200" baseline="0" dirty="0"/>
            <a:t> (PK), R_ID (FK), G_ID (FK), </a:t>
          </a:r>
          <a:r>
            <a:rPr lang="en-US" sz="2100" b="0" i="0" kern="1200" baseline="0" dirty="0" err="1"/>
            <a:t>CheckInDate</a:t>
          </a:r>
          <a:r>
            <a:rPr lang="en-US" sz="2100" b="0" i="0" kern="1200" baseline="0" dirty="0"/>
            <a:t>, </a:t>
          </a:r>
          <a:r>
            <a:rPr lang="en-US" sz="2100" b="0" i="0" kern="1200" baseline="0" dirty="0" err="1"/>
            <a:t>CheckOutDate</a:t>
          </a:r>
          <a:r>
            <a:rPr lang="en-US" sz="2100" b="0" i="0" kern="1200" baseline="0" dirty="0"/>
            <a:t>, </a:t>
          </a:r>
          <a:r>
            <a:rPr lang="en-US" sz="2100" b="0" i="0" kern="1200" baseline="0" dirty="0" err="1"/>
            <a:t>EmployeeID</a:t>
          </a:r>
          <a:r>
            <a:rPr lang="en-US" sz="2100" b="0" i="0" kern="1200" baseline="0" dirty="0"/>
            <a:t> (FK)</a:t>
          </a:r>
          <a:endParaRPr lang="en-US" sz="2100" kern="1200" dirty="0"/>
        </a:p>
      </dsp:txBody>
      <dsp:txXfrm>
        <a:off x="0" y="2871142"/>
        <a:ext cx="10653579" cy="574228"/>
      </dsp:txXfrm>
    </dsp:sp>
    <dsp:sp modelId="{2F8D39B3-E1CC-4C27-88F9-390101BB40DE}">
      <dsp:nvSpPr>
        <dsp:cNvPr id="0" name=""/>
        <dsp:cNvSpPr/>
      </dsp:nvSpPr>
      <dsp:spPr>
        <a:xfrm>
          <a:off x="0" y="3445371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55985-9A04-4025-B606-A33F05F929D2}">
      <dsp:nvSpPr>
        <dsp:cNvPr id="0" name=""/>
        <dsp:cNvSpPr/>
      </dsp:nvSpPr>
      <dsp:spPr>
        <a:xfrm>
          <a:off x="0" y="3445371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Employees</a:t>
          </a:r>
          <a:endParaRPr lang="en-US" sz="2100" kern="1200" dirty="0"/>
        </a:p>
      </dsp:txBody>
      <dsp:txXfrm>
        <a:off x="0" y="3445371"/>
        <a:ext cx="10653579" cy="574228"/>
      </dsp:txXfrm>
    </dsp:sp>
    <dsp:sp modelId="{80FDCEA1-60F2-4542-8B8D-8771D9EB82C6}">
      <dsp:nvSpPr>
        <dsp:cNvPr id="0" name=""/>
        <dsp:cNvSpPr/>
      </dsp:nvSpPr>
      <dsp:spPr>
        <a:xfrm>
          <a:off x="0" y="4019599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B8693A-170D-4DD6-882F-9D9FBD496552}">
      <dsp:nvSpPr>
        <dsp:cNvPr id="0" name=""/>
        <dsp:cNvSpPr/>
      </dsp:nvSpPr>
      <dsp:spPr>
        <a:xfrm>
          <a:off x="0" y="4019599"/>
          <a:ext cx="10653579" cy="57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 err="1"/>
            <a:t>EmployeeID</a:t>
          </a:r>
          <a:r>
            <a:rPr lang="en-US" sz="2100" b="0" i="0" kern="1200" baseline="0" dirty="0"/>
            <a:t> (PK), Name, Role, Email, Phone</a:t>
          </a:r>
          <a:endParaRPr lang="en-US" sz="2100" kern="1200" dirty="0"/>
        </a:p>
      </dsp:txBody>
      <dsp:txXfrm>
        <a:off x="0" y="4019599"/>
        <a:ext cx="10653579" cy="574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43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44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9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14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22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56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8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2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24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41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0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4E5D57-F7A1-2F8F-048E-885109DA2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6153" y="2757999"/>
            <a:ext cx="6360612" cy="7330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Hotel Management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69F7B-CB59-7C95-07CA-C7CF2DF88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14" r="54511"/>
          <a:stretch/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D6D208F-7304-190A-4D9D-93622EA9C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4154" y="2169515"/>
            <a:ext cx="5916169" cy="409507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400" b="1" dirty="0"/>
              <a:t>			</a:t>
            </a:r>
            <a:br>
              <a:rPr lang="en-US" b="1" dirty="0">
                <a:effectLst/>
              </a:rPr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36678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129E6-C4D7-1501-3AE6-A3C39CC0C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6000" dirty="0"/>
              <a:t>Concept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13B5381-5154-D043-4DD9-19FD93C566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266143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998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199932-029A-9041-F4B1-A7549229A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 System Overview &amp; Requirements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2DF4C65-4912-7089-A7B8-917ACB9CD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Manage hotel operations</a:t>
            </a:r>
            <a:r>
              <a:rPr lang="en-US" sz="1500" dirty="0"/>
              <a:t>: rooms, guests, bookings, employees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Requirements</a:t>
            </a:r>
            <a:endParaRPr lang="en-US" sz="1500" dirty="0"/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Room availability &amp; dynamic pricing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Guest registration &amp; profile management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Booking/reservation entry and modification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Occupancy tracking &amp; status reports</a:t>
            </a:r>
          </a:p>
          <a:p>
            <a:pPr marL="742950" lvl="1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Employee directory &amp; role assignments</a:t>
            </a:r>
          </a:p>
          <a:p>
            <a:pPr>
              <a:lnSpc>
                <a:spcPct val="110000"/>
              </a:lnSpc>
            </a:pPr>
            <a:endParaRPr lang="en-US" sz="1500" dirty="0"/>
          </a:p>
        </p:txBody>
      </p:sp>
      <p:pic>
        <p:nvPicPr>
          <p:cNvPr id="12" name="Graphic 11" descr="Sleep">
            <a:extLst>
              <a:ext uri="{FF2B5EF4-FFF2-40B4-BE49-F238E27FC236}">
                <a16:creationId xmlns:a16="http://schemas.microsoft.com/office/drawing/2014/main" id="{8D5F1330-2F6E-18A9-EB8A-7555672F00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9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1E2DCD-6EEC-6D65-5B68-6F8734991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2905613" cy="4768815"/>
          </a:xfrm>
        </p:spPr>
        <p:txBody>
          <a:bodyPr>
            <a:normAutofit/>
          </a:bodyPr>
          <a:lstStyle/>
          <a:p>
            <a:r>
              <a:rPr lang="en-US" sz="3200" dirty="0"/>
              <a:t>Operations</a:t>
            </a:r>
            <a:endParaRPr lang="en-US" sz="320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D5E52320-F125-5D6D-B5AC-5BA16C7893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683428"/>
              </p:ext>
            </p:extLst>
          </p:nvPr>
        </p:nvGraphicFramePr>
        <p:xfrm>
          <a:off x="4021483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425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0963A3-DF6B-F637-C9B0-286C9249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784" y="800319"/>
            <a:ext cx="3110266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Key Entities</a:t>
            </a:r>
          </a:p>
        </p:txBody>
      </p:sp>
      <p:pic>
        <p:nvPicPr>
          <p:cNvPr id="9" name="Graphic 8" descr="Building">
            <a:extLst>
              <a:ext uri="{FF2B5EF4-FFF2-40B4-BE49-F238E27FC236}">
                <a16:creationId xmlns:a16="http://schemas.microsoft.com/office/drawing/2014/main" id="{61AA12E8-F18D-38EA-74F0-EEB8E96214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792223"/>
            <a:ext cx="3698530" cy="369853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B3E7C5B3-9D54-108B-52C9-822C3E8B9C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30050" y="1792223"/>
            <a:ext cx="7549662" cy="49633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Room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Represents an individual accommodation unit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Attributes: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RoomID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RoomType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PricePerNight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Availability status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Guest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customer who stays at the hotel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Attributes: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GuestID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Name, Email, Phone, Booking history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Booking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Links a Guest to a Room for specific dates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Attributes: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BookingID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RoomID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GuestID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CheckInDate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CheckOutDate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</a:t>
            </a:r>
            <a:r>
              <a:rPr kumimoji="0" lang="en-US" altLang="en-US" sz="1400" u="none" strike="noStrike" cap="none" normalizeH="0" dirty="0">
                <a:ln>
                  <a:noFill/>
                </a:ln>
                <a:latin typeface="Arial" panose="020B0604020202020204" pitchFamily="34" charset="0"/>
              </a:rPr>
              <a:t> </a:t>
            </a:r>
            <a:r>
              <a:rPr lang="en-US" sz="1400" b="0" i="0" baseline="0" dirty="0" err="1">
                <a:effectLst/>
              </a:rPr>
              <a:t>EmployeeID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Employee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Hotel staff member responsible for operations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Attributes: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EmployeeID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Name, Role, Email, Phone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1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1816A-250D-E778-80D2-F0F604CE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1742173"/>
            <a:ext cx="2650316" cy="733478"/>
          </a:xfrm>
        </p:spPr>
        <p:txBody>
          <a:bodyPr anchor="b">
            <a:normAutofit/>
          </a:bodyPr>
          <a:lstStyle/>
          <a:p>
            <a:r>
              <a:rPr lang="en-US" b="1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Constraints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74F46-889D-2FBD-4CD8-EAE35A3DE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84058"/>
            <a:ext cx="7440246" cy="3840188"/>
          </a:xfrm>
        </p:spPr>
        <p:txBody>
          <a:bodyPr>
            <a:normAutofit/>
          </a:bodyPr>
          <a:lstStyle/>
          <a:p>
            <a:pPr marL="342900" marR="0" lvl="0" indent="-342900" rtl="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2482215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Primary Keys: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RoomID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,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GuestID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,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BookingID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,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EmployeeID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2482215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Foreign Keys: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2482215" algn="l"/>
              </a:tabLst>
            </a:pPr>
            <a:r>
              <a:rPr lang="en-US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Bookings(</a:t>
            </a:r>
            <a:r>
              <a:rPr lang="en-US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RoomID</a:t>
            </a:r>
            <a:r>
              <a:rPr lang="en-US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) references Rooms(R_ID)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2482215" algn="l"/>
              </a:tabLst>
            </a:pPr>
            <a:r>
              <a:rPr lang="en-US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Bookings(</a:t>
            </a:r>
            <a:r>
              <a:rPr lang="en-US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GuestID</a:t>
            </a:r>
            <a:r>
              <a:rPr lang="en-US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) references Guests(G_ID)</a:t>
            </a:r>
          </a:p>
          <a:p>
            <a:pPr marL="742950" lvl="1" indent="-285750">
              <a:lnSpc>
                <a:spcPct val="110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2482215" algn="l"/>
              </a:tabLst>
            </a:pPr>
            <a:r>
              <a:rPr lang="en-US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Bookings(</a:t>
            </a:r>
            <a:r>
              <a:rPr lang="en-US" sz="1600" b="0" i="0" baseline="0" dirty="0" err="1">
                <a:effectLst/>
              </a:rPr>
              <a:t>EmployeeID</a:t>
            </a:r>
            <a:r>
              <a:rPr lang="en-US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) references Employee (</a:t>
            </a:r>
            <a:r>
              <a:rPr lang="en-US" sz="1800" b="0" i="0" baseline="0" dirty="0" err="1">
                <a:effectLst/>
              </a:rPr>
              <a:t>EmployeeID</a:t>
            </a:r>
            <a:r>
              <a:rPr lang="en-US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2482215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Availability must be either 'Available' or 'Booked'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2482215" algn="l"/>
              </a:tabLst>
            </a:pP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CheckOutDate</a:t>
            </a:r>
            <a:r>
              <a:rPr lang="en-U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 must be greater than </a:t>
            </a:r>
            <a:r>
              <a:rPr lang="en-U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Cambria" panose="02040503050406030204" pitchFamily="18" charset="0"/>
              </a:rPr>
              <a:t>CheckInDate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endParaRPr lang="en-US" sz="1500" dirty="0"/>
          </a:p>
        </p:txBody>
      </p:sp>
      <p:pic>
        <p:nvPicPr>
          <p:cNvPr id="7" name="Graphic 6" descr="Key">
            <a:extLst>
              <a:ext uri="{FF2B5EF4-FFF2-40B4-BE49-F238E27FC236}">
                <a16:creationId xmlns:a16="http://schemas.microsoft.com/office/drawing/2014/main" id="{7DD6841A-703B-A55D-AF53-4636469A94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960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378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D2BAC-11C9-D050-E17F-48A3CDA0B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D9C8A22-873D-2149-944C-E4A4098F11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292475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6676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6CEAD-143D-D641-8EAF-9958308F8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3" y="1664136"/>
            <a:ext cx="3348297" cy="22417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>
              <a:spcAft>
                <a:spcPts val="800"/>
              </a:spcAft>
            </a:pPr>
            <a:r>
              <a:rPr lang="en-US" sz="4000" dirty="0">
                <a:effectLst/>
              </a:rPr>
              <a:t>ER-Diagram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1471BD6-EC2C-4A27-10DB-7F56D1BFE5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7437" y="667287"/>
            <a:ext cx="8908750" cy="552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815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13">
            <a:extLst>
              <a:ext uri="{FF2B5EF4-FFF2-40B4-BE49-F238E27FC236}">
                <a16:creationId xmlns:a16="http://schemas.microsoft.com/office/drawing/2014/main" id="{7A642772-2521-3FAB-B405-4D946823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BC538-F1E7-8421-03E6-C5C522674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00" y="2890980"/>
            <a:ext cx="2656572" cy="10760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i="0" dirty="0">
                <a:effectLst/>
              </a:rPr>
              <a:t>Schema</a:t>
            </a:r>
            <a:endParaRPr lang="en-US" sz="4800" dirty="0"/>
          </a:p>
        </p:txBody>
      </p:sp>
      <p:pic>
        <p:nvPicPr>
          <p:cNvPr id="4104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57C79BD-35CB-0324-A4E2-00278A90C3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91049" y="149191"/>
            <a:ext cx="6727812" cy="6559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457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99F4D-5821-9D97-312F-A30EFF6B6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Normalization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191BF81-7C11-20A8-A76C-16C0B113E8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18" y="1382561"/>
            <a:ext cx="4561207" cy="4926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559C068-7D8D-CF1C-8475-C67B91F66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980" y="1680898"/>
            <a:ext cx="4052035" cy="4571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036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1048-845B-B4A7-5A9B-0DE416055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Queries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10C757F-0883-E27F-77EA-6F7764692A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465" y="1981201"/>
            <a:ext cx="8799944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367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3A7B5B17-3F94-7C72-A21C-671A4E780A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758737"/>
            <a:ext cx="10653713" cy="4507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561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1B1F63AF-8C7A-E0EA-238A-7D2105B9E2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592196"/>
            <a:ext cx="10653713" cy="2840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758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BBA2BC2D-C748-A6BE-AE4B-706A3A64A4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870724"/>
            <a:ext cx="10653713" cy="428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1406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579F66C-A80F-A066-B5F9-B1BD7DE1B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9839"/>
            <a:ext cx="12192000" cy="256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95311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354</Words>
  <Application>Microsoft Office PowerPoint</Application>
  <PresentationFormat>Widescreen</PresentationFormat>
  <Paragraphs>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Neue Haas Grotesk Text Pro</vt:lpstr>
      <vt:lpstr>Symbol</vt:lpstr>
      <vt:lpstr>VanillaVTI</vt:lpstr>
      <vt:lpstr>Hotel Management System</vt:lpstr>
      <vt:lpstr>Concept</vt:lpstr>
      <vt:lpstr> System Overview &amp; Requirements</vt:lpstr>
      <vt:lpstr>Operations</vt:lpstr>
      <vt:lpstr>Key Entities</vt:lpstr>
      <vt:lpstr>Constraints</vt:lpstr>
      <vt:lpstr>Tables</vt:lpstr>
      <vt:lpstr>ER-Diagram</vt:lpstr>
      <vt:lpstr>Schema</vt:lpstr>
      <vt:lpstr>Normalization</vt:lpstr>
      <vt:lpstr>Queries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FAHAD A SALAH</dc:creator>
  <cp:lastModifiedBy>Abdullah Salah</cp:lastModifiedBy>
  <cp:revision>9</cp:revision>
  <dcterms:created xsi:type="dcterms:W3CDTF">2025-05-13T11:19:26Z</dcterms:created>
  <dcterms:modified xsi:type="dcterms:W3CDTF">2026-05-11T21:40:45Z</dcterms:modified>
</cp:coreProperties>
</file>